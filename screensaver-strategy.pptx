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السلايد الأول – الرؤية والرسالة (10 ثواني)
ترتيب الظهور: أيقونة الرؤية (تكبير خفيف) ← عنوان الرؤية ← نص الرؤية ← الخط الفاصل يمتد من الوسط ← أيقونة الرسالة ← عنوان الرسالة ← نص الرسالة.
الأيقونات: راح نضع أيقونات تناسب المحتوى (مثال: عين/منظار للرؤية، سهم هدف للرسالة).
الخلفية: الأزرق الغامق مع صورة معبّرة مدموجة بشفافية خفيفة وتكبير بطيء.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السلايد الثاني – القيم والأهداف الاستراتيجية (10 ثواني)
ترتيب الظهور: عنوان قيمنا ← القيم تطلع وحدة ورا الثانية (فرق 0.3 ثانية) مع أيقونة فوق كل قيمة ← عنوان الأهداف ← بطاقات الأهداف وحدة ورا الثانية.
الأيقونات: راح نضع أيقونة تناسب كل قيمة وكل هدف.
بعد هالسلايد يرجع العرض للسلايد الأول تلقائياً (Loop).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35240" y="274320"/>
            <a:ext cx="1188720" cy="411480"/>
          </a:xfrm>
          <a:prstGeom prst="rect">
            <a:avLst/>
          </a:prstGeom>
          <a:ln w="12700">
            <a:solidFill>
              <a:srgbClr val="8FB8DE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7635240" y="274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100" dirty="0">
                <a:solidFill>
                  <a:srgbClr val="8FB8DE"/>
                </a:solidFill>
              </a:rPr>
              <a:t>الشعار</a:t>
            </a:r>
            <a:endParaRPr lang="ar-SA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الرؤية"/>
          <p:cNvSpPr/>
          <p:nvPr/>
        </p:nvSpPr>
        <p:spPr>
          <a:xfrm>
            <a:off x="4206240" y="960120"/>
            <a:ext cx="731520" cy="73152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3" name="Icon الرؤية label"/>
          <p:cNvSpPr txBox="1"/>
          <p:nvPr/>
        </p:nvSpPr>
        <p:spPr>
          <a:xfrm>
            <a:off x="420624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الرؤية</a:t>
            </a:r>
            <a:endParaRPr lang="ar-SA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[نص الرؤية يُضاف هنا من محتوى الاستراتيجية]</a:t>
            </a:r>
            <a:endParaRPr lang="ar-SA" sz="1600" dirty="0"/>
          </a:p>
        </p:txBody>
      </p:sp>
      <p:sp>
        <p:nvSpPr>
          <p:cNvPr id="6" name="Icon الرسالة"/>
          <p:cNvSpPr/>
          <p:nvPr/>
        </p:nvSpPr>
        <p:spPr>
          <a:xfrm>
            <a:off x="4206240" y="2926080"/>
            <a:ext cx="731520" cy="73152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7" name="Icon الرسالة label"/>
          <p:cNvSpPr txBox="1"/>
          <p:nvPr/>
        </p:nvSpPr>
        <p:spPr>
          <a:xfrm>
            <a:off x="42062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703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الرسالة</a:t>
            </a:r>
            <a:endParaRPr lang="ar-SA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[نص الرسالة يُضاف هنا من محتوى الاستراتيجية]</a:t>
            </a:r>
            <a:endParaRPr lang="ar-SA" sz="1600" dirty="0"/>
          </a:p>
        </p:txBody>
      </p:sp>
      <p:sp>
        <p:nvSpPr>
          <p:cNvPr id="10" name="Divider"/>
          <p:cNvSpPr/>
          <p:nvPr/>
        </p:nvSpPr>
        <p:spPr>
          <a:xfrm>
            <a:off x="3657600" y="2743200"/>
            <a:ext cx="18288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  <p:transition spd="slow" advClick="0" advTm="10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قيمنا</a:t>
            </a:r>
            <a:endParaRPr lang="ar-SA" sz="2600" dirty="0"/>
          </a:p>
        </p:txBody>
      </p:sp>
      <p:sp>
        <p:nvSpPr>
          <p:cNvPr id="3" name="Icon value 1"/>
          <p:cNvSpPr/>
          <p:nvPr/>
        </p:nvSpPr>
        <p:spPr>
          <a:xfrm>
            <a:off x="7018020" y="1097280"/>
            <a:ext cx="594360" cy="59436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4" name="Icon value 1 label"/>
          <p:cNvSpPr txBox="1"/>
          <p:nvPr/>
        </p:nvSpPr>
        <p:spPr>
          <a:xfrm>
            <a:off x="70180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5379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[القيمة 1]</a:t>
            </a:r>
            <a:endParaRPr lang="ar-SA" sz="1500" dirty="0"/>
          </a:p>
        </p:txBody>
      </p:sp>
      <p:sp>
        <p:nvSpPr>
          <p:cNvPr id="6" name="Icon value 2"/>
          <p:cNvSpPr/>
          <p:nvPr/>
        </p:nvSpPr>
        <p:spPr>
          <a:xfrm>
            <a:off x="5189220" y="1097280"/>
            <a:ext cx="594360" cy="59436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7" name="Icon value 2 label"/>
          <p:cNvSpPr txBox="1"/>
          <p:nvPr/>
        </p:nvSpPr>
        <p:spPr>
          <a:xfrm>
            <a:off x="51892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[القيمة 2]</a:t>
            </a:r>
            <a:endParaRPr lang="ar-SA" sz="1500" dirty="0"/>
          </a:p>
        </p:txBody>
      </p:sp>
      <p:sp>
        <p:nvSpPr>
          <p:cNvPr id="9" name="Icon value 3"/>
          <p:cNvSpPr/>
          <p:nvPr/>
        </p:nvSpPr>
        <p:spPr>
          <a:xfrm>
            <a:off x="3360420" y="1097280"/>
            <a:ext cx="594360" cy="59436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0" name="Icon value 3 label"/>
          <p:cNvSpPr txBox="1"/>
          <p:nvPr/>
        </p:nvSpPr>
        <p:spPr>
          <a:xfrm>
            <a:off x="33604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[القيمة 3]</a:t>
            </a:r>
            <a:endParaRPr lang="ar-SA" sz="1500" dirty="0"/>
          </a:p>
        </p:txBody>
      </p:sp>
      <p:sp>
        <p:nvSpPr>
          <p:cNvPr id="12" name="Icon value 4"/>
          <p:cNvSpPr/>
          <p:nvPr/>
        </p:nvSpPr>
        <p:spPr>
          <a:xfrm>
            <a:off x="1531620" y="1097280"/>
            <a:ext cx="594360" cy="59436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3" name="Icon value 4 label"/>
          <p:cNvSpPr txBox="1"/>
          <p:nvPr/>
        </p:nvSpPr>
        <p:spPr>
          <a:xfrm>
            <a:off x="15316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[القيمة 4]</a:t>
            </a:r>
            <a:endParaRPr lang="ar-SA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أهدافنا الاستراتيجية</a:t>
            </a:r>
            <a:endParaRPr lang="ar-SA" sz="2600" dirty="0"/>
          </a:p>
        </p:txBody>
      </p:sp>
      <p:sp>
        <p:nvSpPr>
          <p:cNvPr id="16" name="Goal card 1"/>
          <p:cNvSpPr/>
          <p:nvPr/>
        </p:nvSpPr>
        <p:spPr>
          <a:xfrm>
            <a:off x="6103620" y="31089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Icon goal 1"/>
          <p:cNvSpPr/>
          <p:nvPr/>
        </p:nvSpPr>
        <p:spPr>
          <a:xfrm>
            <a:off x="7086600" y="3246120"/>
            <a:ext cx="548640" cy="54864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8" name="Icon goal 1 label"/>
          <p:cNvSpPr txBox="1"/>
          <p:nvPr/>
        </p:nvSpPr>
        <p:spPr>
          <a:xfrm>
            <a:off x="70866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9506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[الهدف الاستراتيجي 1]</a:t>
            </a:r>
            <a:endParaRPr lang="ar-SA" sz="1400" dirty="0"/>
          </a:p>
        </p:txBody>
      </p:sp>
      <p:sp>
        <p:nvSpPr>
          <p:cNvPr id="20" name="Goal card 2"/>
          <p:cNvSpPr/>
          <p:nvPr/>
        </p:nvSpPr>
        <p:spPr>
          <a:xfrm>
            <a:off x="3314700" y="31089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Icon goal 2"/>
          <p:cNvSpPr/>
          <p:nvPr/>
        </p:nvSpPr>
        <p:spPr>
          <a:xfrm>
            <a:off x="4297680" y="3246120"/>
            <a:ext cx="548640" cy="54864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2" name="Icon goal 2 label"/>
          <p:cNvSpPr txBox="1"/>
          <p:nvPr/>
        </p:nvSpPr>
        <p:spPr>
          <a:xfrm>
            <a:off x="4297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0614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[الهدف الاستراتيجي 2]</a:t>
            </a:r>
            <a:endParaRPr lang="ar-SA" sz="1400" dirty="0"/>
          </a:p>
        </p:txBody>
      </p:sp>
      <p:sp>
        <p:nvSpPr>
          <p:cNvPr id="24" name="Goal card 3"/>
          <p:cNvSpPr/>
          <p:nvPr/>
        </p:nvSpPr>
        <p:spPr>
          <a:xfrm>
            <a:off x="525780" y="31089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>
              <a:alpha val="8000"/>
            </a:srgb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Icon goal 3"/>
          <p:cNvSpPr/>
          <p:nvPr/>
        </p:nvSpPr>
        <p:spPr>
          <a:xfrm>
            <a:off x="1508760" y="3246120"/>
            <a:ext cx="548640" cy="548640"/>
          </a:xfrm>
          <a:prstGeom prst="ellipse">
            <a:avLst/>
          </a:prstGeom>
          <a:solidFill>
            <a:srgbClr val="C9A54C">
              <a:alpha val="15000"/>
            </a:srgb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6" name="Icon goal 3 label"/>
          <p:cNvSpPr txBox="1"/>
          <p:nvPr/>
        </p:nvSpPr>
        <p:spPr>
          <a:xfrm>
            <a:off x="15087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chemeClr val="accent1"/>
                </a:solidFill>
              </a:rPr>
              <a:t>أيقونة</a:t>
            </a:r>
            <a:endParaRPr lang="ar-SA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[الهدف الاستراتيجي 3]</a:t>
            </a:r>
            <a:endParaRPr lang="ar-SA" sz="1400" dirty="0"/>
          </a:p>
        </p:txBody>
      </p:sp>
    </p:spTree>
  </p:cSld>
  <p:clrMapOvr>
    <a:masterClrMapping/>
  </p:clrMapOvr>
  <p:transition spd="slow" advClick="0" advTm="10000">
    <p:fade/>
  </p:transition>
</p:sld>
</file>

<file path=ppt/theme/theme1.xml><?xml version="1.0" encoding="utf-8"?>
<a:theme xmlns:a="http://schemas.openxmlformats.org/drawingml/2006/main" name="Strategy Screen Saver">
  <a:themeElements>
    <a:clrScheme name="Strategy Screen Saver">
      <a:dk1>
        <a:srgbClr val="0B1F3A"/>
      </a:dk1>
      <a:lt1>
        <a:srgbClr val="FFFFFF"/>
      </a:lt1>
      <a:dk2>
        <a:srgbClr val="142B4D"/>
      </a:dk2>
      <a:lt2>
        <a:srgbClr val="E8EEF6"/>
      </a:lt2>
      <a:accent1>
        <a:srgbClr val="C9A54C"/>
      </a:accent1>
      <a:accent2>
        <a:srgbClr val="8FB8DE"/>
      </a:accent2>
      <a:accent3>
        <a:srgbClr val="1E3A63"/>
      </a:accent3>
      <a:accent4>
        <a:srgbClr val="5B7FA8"/>
      </a:accent4>
      <a:accent5>
        <a:srgbClr val="D9C38A"/>
      </a:accent5>
      <a:accent6>
        <a:srgbClr val="B9D3EC"/>
      </a:accent6>
      <a:hlink>
        <a:srgbClr val="8FB8DE"/>
      </a:hlink>
      <a:folHlink>
        <a:srgbClr val="C9A54C"/>
      </a:folHlink>
    </a:clrScheme>
    <a:fontScheme name="Strategy Screen Sav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الشاشة المؤقتة – الاستراتيجية</dc:title>
  <dc:subject>PptxGenJS Presentation</dc:subject>
  <dc:creator>PptxGenJS</dc:creator>
  <cp:lastModifiedBy>PptxGenJS</cp:lastModifiedBy>
  <cp:revision>1</cp:revision>
  <dcterms:created xsi:type="dcterms:W3CDTF">2026-11-01T12:11:24Z</dcterms:created>
  <dcterms:modified xsi:type="dcterms:W3CDTF">2026-11-01T12:11:24Z</dcterms:modified>
</cp:coreProperties>
</file>