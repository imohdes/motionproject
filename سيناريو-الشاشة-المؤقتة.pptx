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6" r:id="rId1"/>
    <p:sldMasterId id="2147483660" r:id="rId2"/>
    <p:sldMasterId id="2147483684" r:id="rId3"/>
    <p:sldMasterId id="2147483672" r:id="rId4"/>
    <p:sldMasterId id="2147483698" r:id="rId5"/>
    <p:sldMasterId id="2147483710" r:id="rId6"/>
  </p:sldMasterIdLst>
  <p:notesMasterIdLst>
    <p:notesMasterId r:id="rId38"/>
  </p:notesMasterIdLst>
  <p:handoutMasterIdLst>
    <p:handoutMasterId r:id="rId39"/>
  </p:handoutMasterIdLst>
  <p:sldIdLst>
    <p:sldId id="257" r:id="rId7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597" userDrawn="1">
          <p15:clr>
            <a:srgbClr val="A4A3A4"/>
          </p15:clr>
        </p15:guide>
        <p15:guide id="3" pos="7083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F95"/>
    <a:srgbClr val="19A66E"/>
    <a:srgbClr val="E07C2D"/>
    <a:srgbClr val="214E83"/>
    <a:srgbClr val="C9B48A"/>
    <a:srgbClr val="26B9C3"/>
    <a:srgbClr val="204E84"/>
    <a:srgbClr val="ECEDF1"/>
    <a:srgbClr val="595959"/>
    <a:srgbClr val="007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948" autoAdjust="0"/>
    <p:restoredTop sz="94744"/>
  </p:normalViewPr>
  <p:slideViewPr>
    <p:cSldViewPr snapToGrid="0">
      <p:cViewPr varScale="1">
        <p:scale>
          <a:sx n="103" d="100"/>
          <a:sy n="103" d="100"/>
        </p:scale>
        <p:origin x="114" y="144"/>
      </p:cViewPr>
      <p:guideLst>
        <p:guide orient="horz" pos="867"/>
        <p:guide pos="597"/>
        <p:guide pos="7083"/>
        <p:guide orient="horz" pos="39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08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>
            <a:extLst>
              <a:ext uri="{FF2B5EF4-FFF2-40B4-BE49-F238E27FC236}">
                <a16:creationId xmlns:a16="http://schemas.microsoft.com/office/drawing/2014/main" id="{63A3D801-51C0-1020-2C63-FB613728A8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A7CAEB66-46B5-4E15-E900-8227AEC9E2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59F48A3-E733-374C-BA56-78B18D3DE03D}" type="datetimeFigureOut">
              <a:rPr lang="ar-SA" smtClean="0"/>
              <a:t>03/09/1447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29CDCA94-72C4-25A9-8EA4-07D63B81F0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DD750BE6-8300-DBB7-19D0-E37855015A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FB4AD67-9E03-FF46-8AED-02DC5D5B140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22137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 dirty="0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D2E182B-5F76-4EC6-BC21-46244D7DA98F}" type="datetimeFigureOut">
              <a:rPr lang="ar-SA" smtClean="0"/>
              <a:t>03/09/1447</a:t>
            </a:fld>
            <a:endParaRPr lang="ar-SA" dirty="0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 dirty="0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79CF02C-8EBA-4A1A-AE97-42C7A968AC04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633646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CF02C-8EBA-4A1A-AE97-42C7A968AC04}" type="slidenum">
              <a:rPr lang="ar-SA" smtClean="0"/>
              <a:t>1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544292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الأزرق #094E87 = 70% (الخلفية والعناوين) | الأخضر #05A769 = 20% (الأيقونات) | البرتقالي #DE7B2B = 10% (الإبراز).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الشاشة المؤقتة – الشريحة 1 (10 ثوانٍ). الخلفية: أزرق #094E87 مدموج مع صورة القالب الزجاجية بشفافية خفيفة وتكبير بطيء. الأيقونات: راح نضع أيقونات تناسب المحتوى (مثال: عين/منظار للرؤية، سهم هدف للرسالة).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الشاشة المؤقتة – الشريحة 2 (10 ثوانٍ) ثم يرجع العرض للشريحة 1 تلقائياً. الأيقونات: راح نضع أيقونة تناسب كل قيمة وكل هدف.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emf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g"/><Relationship Id="rId3" Type="http://schemas.openxmlformats.org/officeDocument/2006/relationships/image" Target="../media/image5.emf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BFD0399-06A3-1442-8F77-DA8F449E6BEB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29091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عنصر نائب لرقم الشريحة 2">
            <a:extLst>
              <a:ext uri="{FF2B5EF4-FFF2-40B4-BE49-F238E27FC236}">
                <a16:creationId xmlns:a16="http://schemas.microsoft.com/office/drawing/2014/main" id="{C42359DA-95AC-2835-06B9-7BC87F4C7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0165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204E84"/>
                </a:solidFill>
                <a:latin typeface="SST Arabic" panose="020B0504030504020204" pitchFamily="34" charset="-78"/>
                <a:cs typeface="SST Arabic" panose="020B0504030504020204" pitchFamily="34" charset="-78"/>
              </a:defRPr>
            </a:lvl1pPr>
          </a:lstStyle>
          <a:p>
            <a:fld id="{D7A04047-9A74-438B-AEA8-0782024C69D2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18396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صورة 17" descr="صورة تحتوي على غشاوة, التلون, لقطة شاشة&#10;&#10;تم إنشاء الوصف تلقائياً">
            <a:extLst>
              <a:ext uri="{FF2B5EF4-FFF2-40B4-BE49-F238E27FC236}">
                <a16:creationId xmlns:a16="http://schemas.microsoft.com/office/drawing/2014/main" id="{66999545-AFBA-EB06-FBA7-7732947B10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E14C00C3-CC82-4F9E-F842-F3347A4A2D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5788" y="6506942"/>
            <a:ext cx="523018" cy="236166"/>
          </a:xfrm>
          <a:prstGeom prst="rect">
            <a:avLst/>
          </a:prstGeom>
        </p:spPr>
      </p:pic>
      <p:pic>
        <p:nvPicPr>
          <p:cNvPr id="9" name="Picture 148">
            <a:extLst>
              <a:ext uri="{FF2B5EF4-FFF2-40B4-BE49-F238E27FC236}">
                <a16:creationId xmlns:a16="http://schemas.microsoft.com/office/drawing/2014/main" id="{C193EC85-C7D0-A77D-9A1B-82F72EA0A5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25"/>
          <a:stretch/>
        </p:blipFill>
        <p:spPr>
          <a:xfrm>
            <a:off x="0" y="6187648"/>
            <a:ext cx="12192000" cy="670352"/>
          </a:xfrm>
          <a:prstGeom prst="rect">
            <a:avLst/>
          </a:prstGeom>
        </p:spPr>
      </p:pic>
      <p:sp>
        <p:nvSpPr>
          <p:cNvPr id="13" name="عنصر نائب لرقم الشريحة 5">
            <a:extLst>
              <a:ext uri="{FF2B5EF4-FFF2-40B4-BE49-F238E27FC236}">
                <a16:creationId xmlns:a16="http://schemas.microsoft.com/office/drawing/2014/main" id="{52178FD9-85F6-D537-2350-7D8E7DD0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4393" y="6442462"/>
            <a:ext cx="405808" cy="365125"/>
          </a:xfrm>
        </p:spPr>
        <p:txBody>
          <a:bodyPr/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r-SA" sz="1200" b="0" i="0" kern="1200" smtClean="0">
                <a:solidFill>
                  <a:srgbClr val="808285"/>
                </a:solidFill>
                <a:latin typeface="SST Arabic" panose="020B0504030504020204" pitchFamily="34" charset="-78"/>
                <a:ea typeface="+mn-ea"/>
                <a:cs typeface="+mn-cs"/>
              </a:defRPr>
            </a:lvl1pPr>
          </a:lstStyle>
          <a:p>
            <a:fld id="{2B65259D-F393-DA4E-B902-6BA88FB6B197}" type="slidenum">
              <a:rPr lang="ar-SA" smtClean="0"/>
              <a:pPr/>
              <a:t>‹#›</a:t>
            </a:fld>
            <a:endParaRPr lang="ar-SA" dirty="0"/>
          </a:p>
        </p:txBody>
      </p:sp>
      <p:pic>
        <p:nvPicPr>
          <p:cNvPr id="15" name="Graphic 51">
            <a:extLst>
              <a:ext uri="{FF2B5EF4-FFF2-40B4-BE49-F238E27FC236}">
                <a16:creationId xmlns:a16="http://schemas.microsoft.com/office/drawing/2014/main" id="{664A96D3-3BEC-F820-BDA7-99C3C1E69DC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6527" y="307565"/>
            <a:ext cx="1210295" cy="5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3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DBEA7C-38F4-6B43-9501-AEEBAF3CB07E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57220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F01BF5-846B-0B43-B7F7-25CDF6B4DBA9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97908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F01BF5-846B-0B43-B7F7-25CDF6B4DBA9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365140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صورة 17" descr="صورة تحتوي على غشاوة, التلون, لقطة شاشة&#10;&#10;تم إنشاء الوصف تلقائياً">
            <a:extLst>
              <a:ext uri="{FF2B5EF4-FFF2-40B4-BE49-F238E27FC236}">
                <a16:creationId xmlns:a16="http://schemas.microsoft.com/office/drawing/2014/main" id="{66999545-AFBA-EB06-FBA7-7732947B10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E14C00C3-CC82-4F9E-F842-F3347A4A2D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5788" y="6506942"/>
            <a:ext cx="523018" cy="236166"/>
          </a:xfrm>
          <a:prstGeom prst="rect">
            <a:avLst/>
          </a:prstGeom>
        </p:spPr>
      </p:pic>
      <p:pic>
        <p:nvPicPr>
          <p:cNvPr id="9" name="Picture 148">
            <a:extLst>
              <a:ext uri="{FF2B5EF4-FFF2-40B4-BE49-F238E27FC236}">
                <a16:creationId xmlns:a16="http://schemas.microsoft.com/office/drawing/2014/main" id="{C193EC85-C7D0-A77D-9A1B-82F72EA0A5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25"/>
          <a:stretch/>
        </p:blipFill>
        <p:spPr>
          <a:xfrm>
            <a:off x="0" y="6187648"/>
            <a:ext cx="12192000" cy="670352"/>
          </a:xfrm>
          <a:prstGeom prst="rect">
            <a:avLst/>
          </a:prstGeom>
        </p:spPr>
      </p:pic>
      <p:sp>
        <p:nvSpPr>
          <p:cNvPr id="13" name="عنصر نائب لرقم الشريحة 5">
            <a:extLst>
              <a:ext uri="{FF2B5EF4-FFF2-40B4-BE49-F238E27FC236}">
                <a16:creationId xmlns:a16="http://schemas.microsoft.com/office/drawing/2014/main" id="{52178FD9-85F6-D537-2350-7D8E7DD0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4393" y="6442462"/>
            <a:ext cx="405808" cy="365125"/>
          </a:xfrm>
        </p:spPr>
        <p:txBody>
          <a:bodyPr/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r-SA" sz="1200" b="0" i="0" kern="1200" smtClean="0">
                <a:solidFill>
                  <a:srgbClr val="808285"/>
                </a:solidFill>
                <a:latin typeface="SST Arabic" panose="020B0504030504020204" pitchFamily="34" charset="-78"/>
                <a:ea typeface="+mn-ea"/>
                <a:cs typeface="+mn-cs"/>
              </a:defRPr>
            </a:lvl1pPr>
          </a:lstStyle>
          <a:p>
            <a:fld id="{2B65259D-F393-DA4E-B902-6BA88FB6B197}" type="slidenum">
              <a:rPr lang="ar-SA" smtClean="0"/>
              <a:pPr/>
              <a:t>‹#›</a:t>
            </a:fld>
            <a:endParaRPr lang="ar-SA" dirty="0"/>
          </a:p>
        </p:txBody>
      </p:sp>
      <p:pic>
        <p:nvPicPr>
          <p:cNvPr id="15" name="Graphic 51">
            <a:extLst>
              <a:ext uri="{FF2B5EF4-FFF2-40B4-BE49-F238E27FC236}">
                <a16:creationId xmlns:a16="http://schemas.microsoft.com/office/drawing/2014/main" id="{664A96D3-3BEC-F820-BDA7-99C3C1E69DC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6527" y="307565"/>
            <a:ext cx="1210295" cy="5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60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6B93AF9-D6CE-FD41-37AB-01D66CB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F01BF5-846B-0B43-B7F7-25CDF6B4DBA9}" type="datetime1">
              <a:rPr lang="ar-SA" smtClean="0"/>
              <a:t>03/09/1447</a:t>
            </a:fld>
            <a:endParaRPr lang="ar-SA" dirty="0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B10FF6E-07EF-C964-1389-DC4D10DB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F98B87-36D2-2865-C0E4-366427E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A04047-9A74-438B-AEA8-0782024C69D2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223962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Relationship Id="rId3" Type="http://schemas.openxmlformats.org/officeDocument/2006/relationships/image" Target="../media/image9.jpeg"/><Relationship Id="rId4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Relationship Id="rId3" Type="http://schemas.openxmlformats.org/officeDocument/2006/relationships/image" Target="../media/image10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5.xml"/><Relationship Id="rId4" Type="http://schemas.openxmlformats.org/officeDocument/2006/relationships/image" Target="../media/image11.jp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6.xml"/><Relationship Id="rId3" Type="http://schemas.openxmlformats.org/officeDocument/2006/relationships/image" Target="../media/image1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4">
            <a:extLst>
              <a:ext uri="{FF2B5EF4-FFF2-40B4-BE49-F238E27FC236}">
                <a16:creationId xmlns:a16="http://schemas.microsoft.com/office/drawing/2014/main" id="{F628BC7D-BA57-D006-A681-31401B1733C4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5C8FAFB6-9E83-9F92-D35B-A620C3E9E270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11" name="Freeform 82">
              <a:extLst>
                <a:ext uri="{FF2B5EF4-FFF2-40B4-BE49-F238E27FC236}">
                  <a16:creationId xmlns:a16="http://schemas.microsoft.com/office/drawing/2014/main" id="{7AF268C6-35D7-F64E-3124-30E816D1BB9E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3">
              <a:extLst>
                <a:ext uri="{FF2B5EF4-FFF2-40B4-BE49-F238E27FC236}">
                  <a16:creationId xmlns:a16="http://schemas.microsoft.com/office/drawing/2014/main" id="{5553661C-917E-B927-0E49-01FF447AC858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4">
              <a:extLst>
                <a:ext uri="{FF2B5EF4-FFF2-40B4-BE49-F238E27FC236}">
                  <a16:creationId xmlns:a16="http://schemas.microsoft.com/office/drawing/2014/main" id="{BA057A8F-6D4B-2666-357E-5ABBE3A61014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85">
              <a:extLst>
                <a:ext uri="{FF2B5EF4-FFF2-40B4-BE49-F238E27FC236}">
                  <a16:creationId xmlns:a16="http://schemas.microsoft.com/office/drawing/2014/main" id="{A47AE45F-632C-EF30-8DBE-5C1B5E56176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5" name="Freeform 86">
              <a:extLst>
                <a:ext uri="{FF2B5EF4-FFF2-40B4-BE49-F238E27FC236}">
                  <a16:creationId xmlns:a16="http://schemas.microsoft.com/office/drawing/2014/main" id="{91A1BA37-3C68-D8CF-9D07-74897F88189D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87">
              <a:extLst>
                <a:ext uri="{FF2B5EF4-FFF2-40B4-BE49-F238E27FC236}">
                  <a16:creationId xmlns:a16="http://schemas.microsoft.com/office/drawing/2014/main" id="{E89FAC5E-124D-8A9E-E865-ECCB55202FB9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7" name="Freeform 88">
              <a:extLst>
                <a:ext uri="{FF2B5EF4-FFF2-40B4-BE49-F238E27FC236}">
                  <a16:creationId xmlns:a16="http://schemas.microsoft.com/office/drawing/2014/main" id="{673C57F1-0065-8ABA-739A-28899AD0AABD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8" name="Freeform 89">
              <a:extLst>
                <a:ext uri="{FF2B5EF4-FFF2-40B4-BE49-F238E27FC236}">
                  <a16:creationId xmlns:a16="http://schemas.microsoft.com/office/drawing/2014/main" id="{04432253-2365-C3A6-79D5-13D4010620C0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9" name="Freeform 90">
              <a:extLst>
                <a:ext uri="{FF2B5EF4-FFF2-40B4-BE49-F238E27FC236}">
                  <a16:creationId xmlns:a16="http://schemas.microsoft.com/office/drawing/2014/main" id="{7670CBE9-9A94-6CF7-C84D-0F394E283E72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20" name="Freeform 91">
              <a:extLst>
                <a:ext uri="{FF2B5EF4-FFF2-40B4-BE49-F238E27FC236}">
                  <a16:creationId xmlns:a16="http://schemas.microsoft.com/office/drawing/2014/main" id="{147874A3-AC48-0E41-11C2-99DF2BA29E80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92">
              <a:extLst>
                <a:ext uri="{FF2B5EF4-FFF2-40B4-BE49-F238E27FC236}">
                  <a16:creationId xmlns:a16="http://schemas.microsoft.com/office/drawing/2014/main" id="{B4628355-89A5-9E53-810E-480437BAFE0D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65280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4636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>
            <a:extLst>
              <a:ext uri="{FF2B5EF4-FFF2-40B4-BE49-F238E27FC236}">
                <a16:creationId xmlns:a16="http://schemas.microsoft.com/office/drawing/2014/main" id="{ACF2C56F-C83E-20F1-FB4C-051F1E98B8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76299" y="471132"/>
            <a:ext cx="304800" cy="662704"/>
          </a:xfrm>
          <a:prstGeom prst="rect">
            <a:avLst/>
          </a:prstGeom>
        </p:spPr>
      </p:pic>
      <p:cxnSp>
        <p:nvCxnSpPr>
          <p:cNvPr id="22" name="موصل مستقيم 21">
            <a:extLst>
              <a:ext uri="{FF2B5EF4-FFF2-40B4-BE49-F238E27FC236}">
                <a16:creationId xmlns:a16="http://schemas.microsoft.com/office/drawing/2014/main" id="{58CC9ADF-8D6F-88C2-BB22-39C72A55F4AD}"/>
              </a:ext>
            </a:extLst>
          </p:cNvPr>
          <p:cNvCxnSpPr/>
          <p:nvPr userDrawn="1"/>
        </p:nvCxnSpPr>
        <p:spPr>
          <a:xfrm flipH="1">
            <a:off x="969995" y="1362580"/>
            <a:ext cx="10252009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عنصر نائب لرقم الشريحة 2">
            <a:extLst>
              <a:ext uri="{FF2B5EF4-FFF2-40B4-BE49-F238E27FC236}">
                <a16:creationId xmlns:a16="http://schemas.microsoft.com/office/drawing/2014/main" id="{CA71B27A-709B-BBE0-C35F-064500D7A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0165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204E84"/>
                </a:solidFill>
                <a:latin typeface="SST Arabic" panose="020B0504030504020204" pitchFamily="34" charset="-78"/>
                <a:cs typeface="SST Arabic" panose="020B0504030504020204" pitchFamily="34" charset="-78"/>
              </a:defRPr>
            </a:lvl1pPr>
          </a:lstStyle>
          <a:p>
            <a:fld id="{D7A04047-9A74-438B-AEA8-0782024C69D2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65527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19" r:id="rId2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002860"/>
            </a:gs>
            <a:gs pos="0">
              <a:srgbClr val="065F95"/>
            </a:gs>
            <a:gs pos="46000">
              <a:srgbClr val="204E84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E178940D-9E68-BF5C-634E-A8C1155C09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66204" cy="6858000"/>
          </a:xfrm>
          <a:prstGeom prst="rect">
            <a:avLst/>
          </a:prstGeom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ACF2C56F-C83E-20F1-FB4C-051F1E98B8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76299" y="501612"/>
            <a:ext cx="304800" cy="662704"/>
          </a:xfrm>
          <a:prstGeom prst="rect">
            <a:avLst/>
          </a:prstGeom>
        </p:spPr>
      </p:pic>
      <p:cxnSp>
        <p:nvCxnSpPr>
          <p:cNvPr id="22" name="موصل مستقيم 21">
            <a:extLst>
              <a:ext uri="{FF2B5EF4-FFF2-40B4-BE49-F238E27FC236}">
                <a16:creationId xmlns:a16="http://schemas.microsoft.com/office/drawing/2014/main" id="{58CC9ADF-8D6F-88C2-BB22-39C72A55F4AD}"/>
              </a:ext>
            </a:extLst>
          </p:cNvPr>
          <p:cNvCxnSpPr/>
          <p:nvPr userDrawn="1"/>
        </p:nvCxnSpPr>
        <p:spPr>
          <a:xfrm flipH="1">
            <a:off x="969995" y="1393060"/>
            <a:ext cx="10252009" cy="0"/>
          </a:xfrm>
          <a:prstGeom prst="line">
            <a:avLst/>
          </a:prstGeom>
          <a:ln w="28575">
            <a:gradFill flip="none" rotWithShape="1">
              <a:gsLst>
                <a:gs pos="100000">
                  <a:srgbClr val="065F95"/>
                </a:gs>
                <a:gs pos="0">
                  <a:srgbClr val="4F98BF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218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6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7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8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15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107819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>
            <a:extLst>
              <a:ext uri="{FF2B5EF4-FFF2-40B4-BE49-F238E27FC236}">
                <a16:creationId xmlns:a16="http://schemas.microsoft.com/office/drawing/2014/main" id="{02780739-B1D0-773D-7368-690CAB81DD27}"/>
              </a:ext>
            </a:extLst>
          </p:cNvPr>
          <p:cNvSpPr>
            <a:spLocks/>
          </p:cNvSpPr>
          <p:nvPr userDrawn="1"/>
        </p:nvSpPr>
        <p:spPr>
          <a:xfrm>
            <a:off x="-130629" y="0"/>
            <a:ext cx="12322630" cy="6858000"/>
          </a:xfrm>
          <a:prstGeom prst="rect">
            <a:avLst/>
          </a:prstGeom>
          <a:gradFill flip="none" rotWithShape="1">
            <a:gsLst>
              <a:gs pos="21000">
                <a:srgbClr val="0D5089">
                  <a:alpha val="78376"/>
                </a:srgbClr>
              </a:gs>
              <a:gs pos="72000">
                <a:srgbClr val="204E84">
                  <a:alpha val="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ar-SA" dirty="0"/>
          </a:p>
        </p:txBody>
      </p:sp>
      <p:grpSp>
        <p:nvGrpSpPr>
          <p:cNvPr id="4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6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7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8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15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280826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18" r:id="rId2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>
            <a:extLst>
              <a:ext uri="{FF2B5EF4-FFF2-40B4-BE49-F238E27FC236}">
                <a16:creationId xmlns:a16="http://schemas.microsoft.com/office/drawing/2014/main" id="{02780739-B1D0-773D-7368-690CAB81DD27}"/>
              </a:ext>
            </a:extLst>
          </p:cNvPr>
          <p:cNvSpPr>
            <a:spLocks/>
          </p:cNvSpPr>
          <p:nvPr userDrawn="1"/>
        </p:nvSpPr>
        <p:spPr>
          <a:xfrm>
            <a:off x="-130630" y="0"/>
            <a:ext cx="12322630" cy="6858000"/>
          </a:xfrm>
          <a:prstGeom prst="rect">
            <a:avLst/>
          </a:prstGeom>
          <a:gradFill flip="none" rotWithShape="1">
            <a:gsLst>
              <a:gs pos="21000">
                <a:srgbClr val="0D5089">
                  <a:alpha val="78376"/>
                </a:srgbClr>
              </a:gs>
              <a:gs pos="72000">
                <a:srgbClr val="204E84">
                  <a:alpha val="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ar-SA" dirty="0"/>
          </a:p>
        </p:txBody>
      </p:sp>
      <p:grpSp>
        <p:nvGrpSpPr>
          <p:cNvPr id="4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6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7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8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0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1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2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3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4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15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6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224313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e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e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مستدير الزوايا 6">
            <a:extLst>
              <a:ext uri="{FF2B5EF4-FFF2-40B4-BE49-F238E27FC236}">
                <a16:creationId xmlns:a16="http://schemas.microsoft.com/office/drawing/2014/main" id="{766AB617-A0A1-0836-EC54-F036888AF42A}"/>
              </a:ext>
            </a:extLst>
          </p:cNvPr>
          <p:cNvSpPr/>
          <p:nvPr/>
        </p:nvSpPr>
        <p:spPr>
          <a:xfrm>
            <a:off x="8994139" y="5179427"/>
            <a:ext cx="2244497" cy="412157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/>
            <a:r>
              <a:rPr lang="en-US" dirty="0">
                <a:solidFill>
                  <a:prstClr val="white"/>
                </a:solidFill>
                <a:latin typeface="SST Arabic" panose="020B0504030504020204" pitchFamily="34" charset="-78"/>
                <a:cs typeface="SST Arabic" panose="020B0504030504020204" pitchFamily="34" charset="-78"/>
              </a:rPr>
              <a:t>November 2026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013E24C0-11D9-BB73-7A67-7D19A9626B49}"/>
              </a:ext>
            </a:extLst>
          </p:cNvPr>
          <p:cNvSpPr txBox="1"/>
          <p:nvPr/>
        </p:nvSpPr>
        <p:spPr>
          <a:xfrm>
            <a:off x="3923436" y="2421026"/>
            <a:ext cx="73152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840"/>
              </a:lnSpc>
            </a:pPr>
            <a:r>
              <a:rPr lang="ar-SA" sz="3600" b="1" cap="all" dirty="0">
                <a:solidFill>
                  <a:schemeClr val="bg1"/>
                </a:solidFill>
                <a:latin typeface="SST Arabic" panose="020B0504030504020204" pitchFamily="34" charset="-78"/>
                <a:cs typeface="SST Arabic" panose="020B0504030504020204" pitchFamily="34" charset="-78"/>
              </a:rPr>
              <a:t>سيناريو الشاشة المؤقتة</a:t>
            </a:r>
          </a:p>
        </p:txBody>
      </p:sp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7E9779E5-02B1-FC1C-FA6F-8CA6D832E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4047-9A74-438B-AEA8-0782024C69D2}" type="slidenum">
              <a:rPr lang="ar-SA" smtClean="0"/>
              <a:t>1</a:t>
            </a:fld>
            <a:endParaRPr lang="ar-SA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2C4BE7D4-6AC2-1F72-E8DD-BDDF058EFB3E}"/>
              </a:ext>
            </a:extLst>
          </p:cNvPr>
          <p:cNvSpPr txBox="1"/>
          <p:nvPr/>
        </p:nvSpPr>
        <p:spPr>
          <a:xfrm>
            <a:off x="3581399" y="3429000"/>
            <a:ext cx="7657237" cy="1397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3081" lvl="0" indent="0" defTabSz="914400" rtl="1" eaLnBrk="1" fontAlgn="auto" latinLnBrk="0" hangingPunct="1"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8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ST Arabic" panose="020B0504030504020204" pitchFamily="34" charset="-78"/>
                <a:cs typeface="SST Arabic" panose="020B0504030504020204" pitchFamily="34" charset="-78"/>
              </a:rPr>
              <a:t>محتوى الاستراتيجية</a:t>
            </a:r>
          </a:p>
          <a:p>
            <a:pPr marL="0" marR="3081" lvl="0" indent="0" defTabSz="914400" rtl="1" eaLnBrk="1" fontAlgn="auto" latinLnBrk="0" hangingPunct="1"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2800" b="1" kern="0" dirty="0">
                <a:solidFill>
                  <a:schemeClr val="bg1"/>
                </a:solidFill>
                <a:latin typeface="SST Arabic" panose="020B0504030504020204" pitchFamily="34" charset="-78"/>
                <a:cs typeface="SST Arabic" panose="020B0504030504020204" pitchFamily="34" charset="-78"/>
              </a:rPr>
              <a:t>شريحتان متتاليتان بحركة تلقائية</a:t>
            </a:r>
          </a:p>
        </p:txBody>
      </p:sp>
    </p:spTree>
    <p:extLst>
      <p:ext uri="{BB962C8B-B14F-4D97-AF65-F5344CB8AC3E}">
        <p14:creationId xmlns:p14="http://schemas.microsoft.com/office/powerpoint/2010/main" val="4217263207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849624" y="667512"/>
            <a:ext cx="683056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2400" b="1" lang="ar-SA">
                <a:solidFill>
                  <a:srgbClr val="214E83"/>
                </a:solidFill>
                <a:latin typeface="SST Arabic"/>
                <a:cs typeface="SST Arabic"/>
              </a:rPr>
              <a:t>الهوية اللونية للشاشة المؤقتة</a:t>
            </a:r>
          </a:p>
        </p:txBody>
      </p:sp>
      <p:sp>
        <p:nvSpPr>
          <p:cNvPr id="3" name="Card الأزرق"/>
          <p:cNvSpPr/>
          <p:nvPr/>
        </p:nvSpPr>
        <p:spPr>
          <a:xfrm>
            <a:off x="8065008" y="1600200"/>
            <a:ext cx="3154680" cy="3246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Swatch الأزرق"/>
          <p:cNvSpPr/>
          <p:nvPr/>
        </p:nvSpPr>
        <p:spPr>
          <a:xfrm>
            <a:off x="8247888" y="17830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094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47888" y="1783080"/>
            <a:ext cx="27889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4000" b="1" lang="ar-SA">
                <a:solidFill>
                  <a:srgbClr val="FFFFFF"/>
                </a:solidFill>
                <a:latin typeface="SST Arabic"/>
                <a:cs typeface="SST Arabic"/>
              </a:rP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9328" y="31546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000" b="1" lang="ar-SA">
                <a:solidFill>
                  <a:srgbClr val="214E83"/>
                </a:solidFill>
                <a:latin typeface="SST Arabic"/>
                <a:cs typeface="SST Arabic"/>
              </a:rPr>
              <a:t>الأزرق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9328" y="356616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lang="ar-SA">
                <a:solidFill>
                  <a:srgbClr val="6B7B8F"/>
                </a:solidFill>
                <a:latin typeface="SST Arabic"/>
                <a:cs typeface="SST Arabic"/>
              </a:rPr>
              <a:t>HEX  </a:t>
            </a:r>
            <a:r>
              <a:rPr sz="1400" b="1" lang="ar-SA">
                <a:solidFill>
                  <a:srgbClr val="094E87"/>
                </a:solidFill>
                <a:latin typeface="SST Arabic"/>
                <a:cs typeface="SST Arabic"/>
              </a:rPr>
              <a:t>#094E87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3858768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lang="ar-SA">
                <a:solidFill>
                  <a:srgbClr val="6B7B8F"/>
                </a:solidFill>
                <a:latin typeface="SST Arabic"/>
                <a:cs typeface="SST Arabic"/>
              </a:rPr>
              <a:t>RGB  </a:t>
            </a:r>
            <a:r>
              <a:rPr sz="1400" b="0" lang="ar-SA">
                <a:solidFill>
                  <a:srgbClr val="214E83"/>
                </a:solidFill>
                <a:latin typeface="SST Arabic"/>
                <a:cs typeface="SST Arabic"/>
              </a:rPr>
              <a:t>9, 78, 135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8" y="4187952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lang="ar-SA">
                <a:solidFill>
                  <a:srgbClr val="4A5A6E"/>
                </a:solidFill>
                <a:latin typeface="SST Arabic"/>
                <a:cs typeface="SST Arabic"/>
              </a:rPr>
              <a:t>اللون الأساسي والأكثر نسبة</a:t>
            </a:r>
          </a:p>
          <a:p>
            <a:pPr algn="r" rtl="1"/>
            <a:r>
              <a:rPr sz="1200" b="0" lang="ar-SA">
                <a:solidFill>
                  <a:srgbClr val="4A5A6E"/>
                </a:solidFill>
                <a:latin typeface="SST Arabic"/>
                <a:cs typeface="SST Arabic"/>
              </a:rPr>
              <a:t>الخلفية كاملة + العناوين</a:t>
            </a:r>
          </a:p>
        </p:txBody>
      </p:sp>
      <p:sp>
        <p:nvSpPr>
          <p:cNvPr id="10" name="Card الأخضر"/>
          <p:cNvSpPr/>
          <p:nvPr/>
        </p:nvSpPr>
        <p:spPr>
          <a:xfrm>
            <a:off x="4526280" y="1600200"/>
            <a:ext cx="3154680" cy="3246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watch الأخضر"/>
          <p:cNvSpPr/>
          <p:nvPr/>
        </p:nvSpPr>
        <p:spPr>
          <a:xfrm>
            <a:off x="4709160" y="17830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05A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27889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4000" b="1" lang="ar-SA">
                <a:solidFill>
                  <a:srgbClr val="FFFFFF"/>
                </a:solidFill>
                <a:latin typeface="SST Arabic"/>
                <a:cs typeface="SST Arabic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1546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000" b="1" lang="ar-SA">
                <a:solidFill>
                  <a:srgbClr val="214E83"/>
                </a:solidFill>
                <a:latin typeface="SST Arabic"/>
                <a:cs typeface="SST Arabic"/>
              </a:rPr>
              <a:t>الأخضر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56616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lang="ar-SA">
                <a:solidFill>
                  <a:srgbClr val="6B7B8F"/>
                </a:solidFill>
                <a:latin typeface="SST Arabic"/>
                <a:cs typeface="SST Arabic"/>
              </a:rPr>
              <a:t>HEX  </a:t>
            </a:r>
            <a:r>
              <a:rPr sz="1400" b="1" lang="ar-SA">
                <a:solidFill>
                  <a:srgbClr val="05A769"/>
                </a:solidFill>
                <a:latin typeface="SST Arabic"/>
                <a:cs typeface="SST Arabic"/>
              </a:rPr>
              <a:t>#05A769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858768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lang="ar-SA">
                <a:solidFill>
                  <a:srgbClr val="6B7B8F"/>
                </a:solidFill>
                <a:latin typeface="SST Arabic"/>
                <a:cs typeface="SST Arabic"/>
              </a:rPr>
              <a:t>RGB  </a:t>
            </a:r>
            <a:r>
              <a:rPr sz="1400" b="0" lang="ar-SA">
                <a:solidFill>
                  <a:srgbClr val="214E83"/>
                </a:solidFill>
                <a:latin typeface="SST Arabic"/>
                <a:cs typeface="SST Arabic"/>
              </a:rPr>
              <a:t>5, 167, 105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187952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lang="ar-SA">
                <a:solidFill>
                  <a:srgbClr val="4A5A6E"/>
                </a:solidFill>
                <a:latin typeface="SST Arabic"/>
                <a:cs typeface="SST Arabic"/>
              </a:rPr>
              <a:t>اللون الثاني</a:t>
            </a:r>
          </a:p>
          <a:p>
            <a:pPr algn="r" rtl="1"/>
            <a:r>
              <a:rPr sz="1200" b="0" lang="ar-SA">
                <a:solidFill>
                  <a:srgbClr val="4A5A6E"/>
                </a:solidFill>
                <a:latin typeface="SST Arabic"/>
                <a:cs typeface="SST Arabic"/>
              </a:rPr>
              <a:t>دوائر الأيقونات والإطارات</a:t>
            </a:r>
          </a:p>
        </p:txBody>
      </p:sp>
      <p:sp>
        <p:nvSpPr>
          <p:cNvPr id="17" name="Card البرتقالي"/>
          <p:cNvSpPr/>
          <p:nvPr/>
        </p:nvSpPr>
        <p:spPr>
          <a:xfrm>
            <a:off x="987552" y="1600200"/>
            <a:ext cx="3154680" cy="3246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watch البرتقالي"/>
          <p:cNvSpPr/>
          <p:nvPr/>
        </p:nvSpPr>
        <p:spPr>
          <a:xfrm>
            <a:off x="1170432" y="17830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DE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70432" y="1783080"/>
            <a:ext cx="27889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4000" b="1" lang="ar-SA">
                <a:solidFill>
                  <a:srgbClr val="FFFFFF"/>
                </a:solidFill>
                <a:latin typeface="SST Arabic"/>
                <a:cs typeface="SST Arabic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1546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000" b="1" lang="ar-SA">
                <a:solidFill>
                  <a:srgbClr val="214E83"/>
                </a:solidFill>
                <a:latin typeface="SST Arabic"/>
                <a:cs typeface="SST Arabic"/>
              </a:rPr>
              <a:t>البرتقالي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6616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lang="ar-SA">
                <a:solidFill>
                  <a:srgbClr val="6B7B8F"/>
                </a:solidFill>
                <a:latin typeface="SST Arabic"/>
                <a:cs typeface="SST Arabic"/>
              </a:rPr>
              <a:t>HEX  </a:t>
            </a:r>
            <a:r>
              <a:rPr sz="1400" b="1" lang="ar-SA">
                <a:solidFill>
                  <a:srgbClr val="DE7B2B"/>
                </a:solidFill>
                <a:latin typeface="SST Arabic"/>
                <a:cs typeface="SST Arabic"/>
              </a:rPr>
              <a:t>#DE7B2B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3858768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lang="ar-SA">
                <a:solidFill>
                  <a:srgbClr val="6B7B8F"/>
                </a:solidFill>
                <a:latin typeface="SST Arabic"/>
                <a:cs typeface="SST Arabic"/>
              </a:rPr>
              <a:t>RGB  </a:t>
            </a:r>
            <a:r>
              <a:rPr sz="1400" b="0" lang="ar-SA">
                <a:solidFill>
                  <a:srgbClr val="214E83"/>
                </a:solidFill>
                <a:latin typeface="SST Arabic"/>
                <a:cs typeface="SST Arabic"/>
              </a:rPr>
              <a:t>222, 123, 43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187952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lang="ar-SA">
                <a:solidFill>
                  <a:srgbClr val="4A5A6E"/>
                </a:solidFill>
                <a:latin typeface="SST Arabic"/>
                <a:cs typeface="SST Arabic"/>
              </a:rPr>
              <a:t>لون الإبراز</a:t>
            </a:r>
          </a:p>
          <a:p>
            <a:pPr algn="r" rtl="1"/>
            <a:r>
              <a:rPr sz="1200" b="0" lang="ar-SA">
                <a:solidFill>
                  <a:srgbClr val="4A5A6E"/>
                </a:solidFill>
                <a:latin typeface="SST Arabic"/>
                <a:cs typeface="SST Arabic"/>
              </a:rPr>
              <a:t>الخط الفاصل ولمسات بسيطة</a:t>
            </a:r>
          </a:p>
        </p:txBody>
      </p:sp>
      <p:sp>
        <p:nvSpPr>
          <p:cNvPr id="24" name="Ratio الأزرق"/>
          <p:cNvSpPr/>
          <p:nvPr/>
        </p:nvSpPr>
        <p:spPr>
          <a:xfrm>
            <a:off x="4044391" y="5138928"/>
            <a:ext cx="7175296" cy="292608"/>
          </a:xfrm>
          <a:prstGeom prst="rect">
            <a:avLst/>
          </a:prstGeom>
          <a:solidFill>
            <a:srgbClr val="094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atio الأخضر"/>
          <p:cNvSpPr/>
          <p:nvPr/>
        </p:nvSpPr>
        <p:spPr>
          <a:xfrm>
            <a:off x="1994306" y="5138928"/>
            <a:ext cx="2050084" cy="292608"/>
          </a:xfrm>
          <a:prstGeom prst="rect">
            <a:avLst/>
          </a:prstGeom>
          <a:solidFill>
            <a:srgbClr val="05A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atio البرتقالي"/>
          <p:cNvSpPr/>
          <p:nvPr/>
        </p:nvSpPr>
        <p:spPr>
          <a:xfrm>
            <a:off x="969264" y="5138928"/>
            <a:ext cx="1025042" cy="292608"/>
          </a:xfrm>
          <a:prstGeom prst="rect">
            <a:avLst/>
          </a:prstGeom>
          <a:solidFill>
            <a:srgbClr val="DE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532120"/>
            <a:ext cx="10250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400" b="1" lang="ar-SA">
                <a:solidFill>
                  <a:srgbClr val="094E87"/>
                </a:solidFill>
                <a:latin typeface="SST Arabic"/>
                <a:cs typeface="SST Arabic"/>
              </a:rPr>
              <a:t>الأزرق هو اللون المسيطر (70%) </a:t>
            </a:r>
            <a:r>
              <a:rPr sz="1400" b="0" lang="ar-SA">
                <a:solidFill>
                  <a:srgbClr val="4A5A6E"/>
                </a:solidFill>
                <a:latin typeface="SST Arabic"/>
                <a:cs typeface="SST Arabic"/>
              </a:rPr>
              <a:t>وهو لون الخلفية مع دمج صورة القالب الزجاجية بشفافية خفيفة، والأخضر والبرتقالي للإبراز فقط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849624" y="667512"/>
            <a:ext cx="683056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2400" b="1" lang="ar-SA">
                <a:solidFill>
                  <a:srgbClr val="214E83"/>
                </a:solidFill>
                <a:latin typeface="SST Arabic"/>
                <a:cs typeface="SST Arabic"/>
              </a:rPr>
              <a:t>طريقة العرض والتحريك</a:t>
            </a:r>
          </a:p>
        </p:txBody>
      </p:sp>
      <p:sp>
        <p:nvSpPr>
          <p:cNvPr id="3" name="Step 1"/>
          <p:cNvSpPr/>
          <p:nvPr/>
        </p:nvSpPr>
        <p:spPr>
          <a:xfrm>
            <a:off x="8979408" y="1554480"/>
            <a:ext cx="2240280" cy="1051560"/>
          </a:xfrm>
          <a:prstGeom prst="roundRect">
            <a:avLst>
              <a:gd name="adj" fmla="val 12000"/>
            </a:avLst>
          </a:prstGeom>
          <a:solidFill>
            <a:srgbClr val="094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089136" y="1627632"/>
            <a:ext cx="2020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600" b="1" lang="ar-SA">
                <a:solidFill>
                  <a:srgbClr val="FFFFFF"/>
                </a:solidFill>
                <a:latin typeface="SST Arabic"/>
                <a:cs typeface="SST Arabic"/>
              </a:rPr>
              <a:t>الشريحة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89136" y="1965960"/>
            <a:ext cx="2020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200" b="0" lang="ar-SA">
                <a:solidFill>
                  <a:srgbClr val="FFFFFF"/>
                </a:solidFill>
                <a:latin typeface="SST Arabic"/>
                <a:cs typeface="SST Arabic"/>
              </a:rPr>
              <a:t>الرؤية والرسالة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9136" y="2258568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200" b="1" lang="ar-SA">
                <a:solidFill>
                  <a:srgbClr val="FFFFFF"/>
                </a:solidFill>
                <a:latin typeface="SST Arabic"/>
                <a:cs typeface="SST Arabic"/>
              </a:rPr>
              <a:t>10 ثوانٍ</a:t>
            </a:r>
          </a:p>
        </p:txBody>
      </p:sp>
      <p:sp>
        <p:nvSpPr>
          <p:cNvPr id="7" name="Arrow 1"/>
          <p:cNvSpPr/>
          <p:nvPr/>
        </p:nvSpPr>
        <p:spPr>
          <a:xfrm>
            <a:off x="8641080" y="1938528"/>
            <a:ext cx="246887" cy="274320"/>
          </a:xfrm>
          <a:prstGeom prst="leftArrow">
            <a:avLst/>
          </a:prstGeom>
          <a:solidFill>
            <a:srgbClr val="B8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ep 2"/>
          <p:cNvSpPr/>
          <p:nvPr/>
        </p:nvSpPr>
        <p:spPr>
          <a:xfrm>
            <a:off x="6309360" y="1554480"/>
            <a:ext cx="2240280" cy="1051560"/>
          </a:xfrm>
          <a:prstGeom prst="roundRect">
            <a:avLst>
              <a:gd name="adj" fmla="val 12000"/>
            </a:avLst>
          </a:prstGeom>
          <a:solidFill>
            <a:srgbClr val="05A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2020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600" b="1" lang="ar-SA">
                <a:solidFill>
                  <a:srgbClr val="FFFFFF"/>
                </a:solidFill>
                <a:latin typeface="SST Arabic"/>
                <a:cs typeface="SST Arabic"/>
              </a:rPr>
              <a:t>انتقال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65960"/>
            <a:ext cx="2020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200" b="0" lang="ar-SA">
                <a:solidFill>
                  <a:srgbClr val="FFFFFF"/>
                </a:solidFill>
                <a:latin typeface="SST Arabic"/>
                <a:cs typeface="SST Arabic"/>
              </a:rPr>
              <a:t>تلاشي ناعم (Fade)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58568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200" b="1" lang="ar-SA">
                <a:solidFill>
                  <a:srgbClr val="FFFFFF"/>
                </a:solidFill>
                <a:latin typeface="SST Arabic"/>
                <a:cs typeface="SST Arabic"/>
              </a:rPr>
              <a:t>0.8 ثانية</a:t>
            </a:r>
          </a:p>
        </p:txBody>
      </p:sp>
      <p:sp>
        <p:nvSpPr>
          <p:cNvPr id="12" name="Arrow 2"/>
          <p:cNvSpPr/>
          <p:nvPr/>
        </p:nvSpPr>
        <p:spPr>
          <a:xfrm>
            <a:off x="5971032" y="1938528"/>
            <a:ext cx="246887" cy="274320"/>
          </a:xfrm>
          <a:prstGeom prst="leftArrow">
            <a:avLst/>
          </a:prstGeom>
          <a:solidFill>
            <a:srgbClr val="B8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ep 3"/>
          <p:cNvSpPr/>
          <p:nvPr/>
        </p:nvSpPr>
        <p:spPr>
          <a:xfrm>
            <a:off x="3639312" y="1554480"/>
            <a:ext cx="2240280" cy="1051560"/>
          </a:xfrm>
          <a:prstGeom prst="roundRect">
            <a:avLst>
              <a:gd name="adj" fmla="val 12000"/>
            </a:avLst>
          </a:prstGeom>
          <a:solidFill>
            <a:srgbClr val="094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49040" y="1627632"/>
            <a:ext cx="2020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600" b="1" lang="ar-SA">
                <a:solidFill>
                  <a:srgbClr val="FFFFFF"/>
                </a:solidFill>
                <a:latin typeface="SST Arabic"/>
                <a:cs typeface="SST Arabic"/>
              </a:rPr>
              <a:t>الشريحة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965960"/>
            <a:ext cx="2020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200" b="0" lang="ar-SA">
                <a:solidFill>
                  <a:srgbClr val="FFFFFF"/>
                </a:solidFill>
                <a:latin typeface="SST Arabic"/>
                <a:cs typeface="SST Arabic"/>
              </a:rPr>
              <a:t>القيم والأهداف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258568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200" b="1" lang="ar-SA">
                <a:solidFill>
                  <a:srgbClr val="FFFFFF"/>
                </a:solidFill>
                <a:latin typeface="SST Arabic"/>
                <a:cs typeface="SST Arabic"/>
              </a:rPr>
              <a:t>10 ثوانٍ</a:t>
            </a:r>
          </a:p>
        </p:txBody>
      </p:sp>
      <p:sp>
        <p:nvSpPr>
          <p:cNvPr id="17" name="Arrow 3"/>
          <p:cNvSpPr/>
          <p:nvPr/>
        </p:nvSpPr>
        <p:spPr>
          <a:xfrm>
            <a:off x="3300984" y="1938528"/>
            <a:ext cx="246887" cy="274320"/>
          </a:xfrm>
          <a:prstGeom prst="leftArrow">
            <a:avLst/>
          </a:prstGeom>
          <a:solidFill>
            <a:srgbClr val="B8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ep 4"/>
          <p:cNvSpPr/>
          <p:nvPr/>
        </p:nvSpPr>
        <p:spPr>
          <a:xfrm>
            <a:off x="969264" y="1554480"/>
            <a:ext cx="2240280" cy="1051560"/>
          </a:xfrm>
          <a:prstGeom prst="roundRect">
            <a:avLst>
              <a:gd name="adj" fmla="val 12000"/>
            </a:avLst>
          </a:prstGeom>
          <a:solidFill>
            <a:srgbClr val="DE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78992" y="1627632"/>
            <a:ext cx="2020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600" b="1" lang="ar-SA">
                <a:solidFill>
                  <a:srgbClr val="FFFFFF"/>
                </a:solidFill>
                <a:latin typeface="SST Arabic"/>
                <a:cs typeface="SST Arabic"/>
              </a:rPr>
              <a:t>تكرار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1965960"/>
            <a:ext cx="2020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200" b="0" lang="ar-SA">
                <a:solidFill>
                  <a:srgbClr val="FFFFFF"/>
                </a:solidFill>
                <a:latin typeface="SST Arabic"/>
                <a:cs typeface="SST Arabic"/>
              </a:rPr>
              <a:t>يرجع للشريحة 1 تلقائياً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2258568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200" b="1" lang="ar-SA">
                <a:solidFill>
                  <a:srgbClr val="FFFFFF"/>
                </a:solidFill>
                <a:latin typeface="SST Arabic"/>
                <a:cs typeface="SST Arabic"/>
              </a:rPr>
              <a:t>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926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600" b="1" lang="ar-SA">
                <a:solidFill>
                  <a:srgbClr val="214E83"/>
                </a:solidFill>
                <a:latin typeface="SST Arabic"/>
                <a:cs typeface="SST Arabic"/>
              </a:rPr>
              <a:t>تحريك الشريحة 1 – الرؤية والرسالة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81928" y="3337560"/>
          <a:ext cx="4937760" cy="2112264"/>
        </p:xfrm>
        <a:graphic>
          <a:graphicData uri="http://schemas.openxmlformats.org/drawingml/2006/table">
            <a:tbl>
              <a:tblPr firstRow="1" bandRow="1" rtl="1">
                <a:tableStyleId>{5C22544A-7EE6-4342-B048-85BDC9FD1C3A}</a:tableStyleId>
              </a:tblPr>
              <a:tblGrid>
                <a:gridCol w="1097280"/>
                <a:gridCol w="1783080"/>
                <a:gridCol w="2057400"/>
              </a:tblGrid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SST Arabic"/>
                          <a:cs typeface="SST Arabic"/>
                        </a:rPr>
                        <a:t>الوقت</a:t>
                      </a:r>
                    </a:p>
                  </a:txBody>
                  <a:tcPr marL="73152" marR="73152" marT="27432" marB="27432" anchor="ctr">
                    <a:solidFill>
                      <a:srgbClr val="094E8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SST Arabic"/>
                          <a:cs typeface="SST Arabic"/>
                        </a:rPr>
                        <a:t>العنصر</a:t>
                      </a:r>
                    </a:p>
                  </a:txBody>
                  <a:tcPr marL="73152" marR="73152" marT="27432" marB="27432" anchor="ctr">
                    <a:solidFill>
                      <a:srgbClr val="094E8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SST Arabic"/>
                          <a:cs typeface="SST Arabic"/>
                        </a:rPr>
                        <a:t>الحركة</a:t>
                      </a:r>
                    </a:p>
                  </a:txBody>
                  <a:tcPr marL="73152" marR="73152" marT="27432" marB="27432" anchor="ctr">
                    <a:solidFill>
                      <a:srgbClr val="094E8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0 – 10ث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صورة الخلفية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تكبير بطيء 110%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0.3ث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أيقونة وعنوان الرؤية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تكبير مع ظهور (Zoom)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0.9ث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نص الرؤية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ظهور تدريجي (Fade)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1.5ث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الخط الفاصل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مسح من اليمين (Wipe)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2.0ث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أيقونة وعنوان الرسالة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تكبير مع ظهور (Zoom)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2.6ث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نص الرسالة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ظهور تدريجي (Fade)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969264" y="2926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600" b="1" lang="ar-SA">
                <a:solidFill>
                  <a:srgbClr val="214E83"/>
                </a:solidFill>
                <a:latin typeface="SST Arabic"/>
                <a:cs typeface="SST Arabic"/>
              </a:rPr>
              <a:t>تحريك الشريحة 2 – القيم والأهداف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969264" y="3337560"/>
          <a:ext cx="4937760" cy="2112264"/>
        </p:xfrm>
        <a:graphic>
          <a:graphicData uri="http://schemas.openxmlformats.org/drawingml/2006/table">
            <a:tbl>
              <a:tblPr firstRow="1" bandRow="1" rtl="1">
                <a:tableStyleId>{5C22544A-7EE6-4342-B048-85BDC9FD1C3A}</a:tableStyleId>
              </a:tblPr>
              <a:tblGrid>
                <a:gridCol w="1097280"/>
                <a:gridCol w="1783080"/>
                <a:gridCol w="2057400"/>
              </a:tblGrid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SST Arabic"/>
                          <a:cs typeface="SST Arabic"/>
                        </a:rPr>
                        <a:t>الوقت</a:t>
                      </a:r>
                    </a:p>
                  </a:txBody>
                  <a:tcPr marL="73152" marR="73152" marT="27432" marB="27432" anchor="ctr">
                    <a:solidFill>
                      <a:srgbClr val="094E8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SST Arabic"/>
                          <a:cs typeface="SST Arabic"/>
                        </a:rPr>
                        <a:t>العنصر</a:t>
                      </a:r>
                    </a:p>
                  </a:txBody>
                  <a:tcPr marL="73152" marR="73152" marT="27432" marB="27432" anchor="ctr">
                    <a:solidFill>
                      <a:srgbClr val="094E8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SST Arabic"/>
                          <a:cs typeface="SST Arabic"/>
                        </a:rPr>
                        <a:t>الحركة</a:t>
                      </a:r>
                    </a:p>
                  </a:txBody>
                  <a:tcPr marL="73152" marR="73152" marT="27432" marB="27432" anchor="ctr">
                    <a:solidFill>
                      <a:srgbClr val="094E8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0 – 10ث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صورة الخلفية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تكبير بطيء 110%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0.3ث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عنوان «قيمنا»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ظهور تدريجي (Fade)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0.8 – 1.7ث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القيم 1 ← 4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Zoom متتابع كل 0.3ث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2.2ث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عنوان «أهدافنا»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ظهور تدريجي (Fade)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2.7 – 3.5ث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بطاقات الأهداف 1 ← 3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Fade متتابع كل 0.4ث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4 – 10ث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كل العناصر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214E83"/>
                          </a:solidFill>
                          <a:latin typeface="SST Arabic"/>
                          <a:cs typeface="SST Arabic"/>
                        </a:rPr>
                        <a:t>ثبات للقراءة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image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lue overlay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94E87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7" name="الرؤية – أيقونة وعنوان"/>
          <p:cNvGrpSpPr/>
          <p:nvPr/>
        </p:nvGrpSpPr>
        <p:grpSpPr>
          <a:xfrm>
            <a:off x="2898648" y="960120"/>
            <a:ext cx="6400800" cy="1600200"/>
            <a:chOff x="2898648" y="960120"/>
            <a:chExt cx="6400800" cy="1600200"/>
          </a:xfrm>
        </p:grpSpPr>
        <p:sp>
          <p:nvSpPr>
            <p:cNvPr id="4" name="Oval 3"/>
            <p:cNvSpPr/>
            <p:nvPr/>
          </p:nvSpPr>
          <p:spPr>
            <a:xfrm>
              <a:off x="5639104" y="960120"/>
              <a:ext cx="914400" cy="91440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" name="TextBox 4"/>
            <p:cNvSpPr txBox="1"/>
            <p:nvPr/>
          </p:nvSpPr>
          <p:spPr>
            <a:xfrm>
              <a:off x="5639104" y="960120"/>
              <a:ext cx="914400" cy="9144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898648" y="1965960"/>
              <a:ext cx="6400800" cy="5943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32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الرؤية</a:t>
              </a:r>
            </a:p>
          </p:txBody>
        </p:sp>
      </p:grpSp>
      <p:sp>
        <p:nvSpPr>
          <p:cNvPr id="8" name="نص الرؤية"/>
          <p:cNvSpPr txBox="1"/>
          <p:nvPr/>
        </p:nvSpPr>
        <p:spPr>
          <a:xfrm>
            <a:off x="1984248" y="26060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2000" b="0" lang="ar-SA">
                <a:solidFill>
                  <a:srgbClr val="E3ECF6"/>
                </a:solidFill>
                <a:latin typeface="SST Arabic"/>
                <a:cs typeface="SST Arabic"/>
              </a:rPr>
              <a:t>[نص الرؤية يُضاف هنا من محتوى الاستراتيجية]</a:t>
            </a:r>
          </a:p>
        </p:txBody>
      </p:sp>
      <p:sp>
        <p:nvSpPr>
          <p:cNvPr id="9" name="الخط الفاصل"/>
          <p:cNvSpPr/>
          <p:nvPr/>
        </p:nvSpPr>
        <p:spPr>
          <a:xfrm>
            <a:off x="4953304" y="3291840"/>
            <a:ext cx="2286000" cy="36576"/>
          </a:xfrm>
          <a:prstGeom prst="rect">
            <a:avLst/>
          </a:prstGeom>
          <a:solidFill>
            <a:srgbClr val="DE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13" name="الرسالة – أيقونة وعنوان"/>
          <p:cNvGrpSpPr/>
          <p:nvPr/>
        </p:nvGrpSpPr>
        <p:grpSpPr>
          <a:xfrm>
            <a:off x="2898648" y="3657600"/>
            <a:ext cx="6400800" cy="1600200"/>
            <a:chOff x="2898648" y="3657600"/>
            <a:chExt cx="6400800" cy="1600200"/>
          </a:xfrm>
        </p:grpSpPr>
        <p:sp>
          <p:nvSpPr>
            <p:cNvPr id="10" name="Oval 9"/>
            <p:cNvSpPr/>
            <p:nvPr/>
          </p:nvSpPr>
          <p:spPr>
            <a:xfrm>
              <a:off x="5639104" y="3657600"/>
              <a:ext cx="914400" cy="91440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1" name="TextBox 10"/>
            <p:cNvSpPr txBox="1"/>
            <p:nvPr/>
          </p:nvSpPr>
          <p:spPr>
            <a:xfrm>
              <a:off x="5639104" y="3657600"/>
              <a:ext cx="914400" cy="9144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98648" y="4663440"/>
              <a:ext cx="6400800" cy="5943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32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الرسالة</a:t>
              </a:r>
            </a:p>
          </p:txBody>
        </p:sp>
      </p:grpSp>
      <p:sp>
        <p:nvSpPr>
          <p:cNvPr id="14" name="نص الرسالة"/>
          <p:cNvSpPr txBox="1"/>
          <p:nvPr/>
        </p:nvSpPr>
        <p:spPr>
          <a:xfrm>
            <a:off x="1984248" y="53035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2000" b="0" lang="ar-SA">
                <a:solidFill>
                  <a:srgbClr val="E3ECF6"/>
                </a:solidFill>
                <a:latin typeface="SST Arabic"/>
                <a:cs typeface="SST Arabic"/>
              </a:rPr>
              <a:t>[نص الرسالة يُضاف هنا من محتوى الاستراتيجية]</a:t>
            </a:r>
          </a:p>
        </p:txBody>
      </p:sp>
      <p:grpSp>
        <p:nvGrpSpPr>
          <p:cNvPr id="15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17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8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19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0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1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2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3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4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5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26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27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</p:cSld>
  <p:clrMapOvr>
    <a:masterClrMapping/>
  </p:clrMapOvr>
  <p:transition spd="slow" advClick="0" advTm="1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4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image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lue overlay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94E87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عنوان قيمنا"/>
          <p:cNvSpPr txBox="1"/>
          <p:nvPr/>
        </p:nvSpPr>
        <p:spPr>
          <a:xfrm>
            <a:off x="3355848" y="685800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3200" b="1" lang="ar-SA">
                <a:solidFill>
                  <a:srgbClr val="FFFFFF"/>
                </a:solidFill>
                <a:latin typeface="SST Arabic"/>
                <a:cs typeface="SST Arabic"/>
              </a:rPr>
              <a:t>قيمنا</a:t>
            </a:r>
          </a:p>
        </p:txBody>
      </p:sp>
      <p:grpSp>
        <p:nvGrpSpPr>
          <p:cNvPr id="8" name="القيمة 1"/>
          <p:cNvGrpSpPr/>
          <p:nvPr/>
        </p:nvGrpSpPr>
        <p:grpSpPr>
          <a:xfrm>
            <a:off x="8656167" y="1783080"/>
            <a:ext cx="2011680" cy="1280160"/>
            <a:chOff x="8656167" y="1783080"/>
            <a:chExt cx="2011680" cy="1280160"/>
          </a:xfrm>
        </p:grpSpPr>
        <p:sp>
          <p:nvSpPr>
            <p:cNvPr id="5" name="Oval 4"/>
            <p:cNvSpPr/>
            <p:nvPr/>
          </p:nvSpPr>
          <p:spPr>
            <a:xfrm>
              <a:off x="9273387" y="1783080"/>
              <a:ext cx="777240" cy="77724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" name="TextBox 5"/>
            <p:cNvSpPr txBox="1"/>
            <p:nvPr/>
          </p:nvSpPr>
          <p:spPr>
            <a:xfrm>
              <a:off x="9273387" y="1783080"/>
              <a:ext cx="777240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56167" y="2651760"/>
              <a:ext cx="2011680" cy="4114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[القيمة 1]</a:t>
              </a:r>
            </a:p>
          </p:txBody>
        </p:sp>
      </p:grpSp>
      <p:grpSp>
        <p:nvGrpSpPr>
          <p:cNvPr id="12" name="القيمة 2"/>
          <p:cNvGrpSpPr/>
          <p:nvPr/>
        </p:nvGrpSpPr>
        <p:grpSpPr>
          <a:xfrm>
            <a:off x="6278727" y="1783080"/>
            <a:ext cx="2011680" cy="1280160"/>
            <a:chOff x="6278727" y="1783080"/>
            <a:chExt cx="2011680" cy="1280160"/>
          </a:xfrm>
        </p:grpSpPr>
        <p:sp>
          <p:nvSpPr>
            <p:cNvPr id="9" name="Oval 8"/>
            <p:cNvSpPr/>
            <p:nvPr/>
          </p:nvSpPr>
          <p:spPr>
            <a:xfrm>
              <a:off x="6895947" y="1783080"/>
              <a:ext cx="777240" cy="77724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TextBox 9"/>
            <p:cNvSpPr txBox="1"/>
            <p:nvPr/>
          </p:nvSpPr>
          <p:spPr>
            <a:xfrm>
              <a:off x="6895947" y="1783080"/>
              <a:ext cx="777240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651760"/>
              <a:ext cx="2011680" cy="4114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[القيمة 2]</a:t>
              </a:r>
            </a:p>
          </p:txBody>
        </p:sp>
      </p:grpSp>
      <p:grpSp>
        <p:nvGrpSpPr>
          <p:cNvPr id="16" name="القيمة 3"/>
          <p:cNvGrpSpPr/>
          <p:nvPr/>
        </p:nvGrpSpPr>
        <p:grpSpPr>
          <a:xfrm>
            <a:off x="3901287" y="1783080"/>
            <a:ext cx="2011680" cy="1280160"/>
            <a:chOff x="3901287" y="1783080"/>
            <a:chExt cx="2011680" cy="1280160"/>
          </a:xfrm>
        </p:grpSpPr>
        <p:sp>
          <p:nvSpPr>
            <p:cNvPr id="13" name="Oval 12"/>
            <p:cNvSpPr/>
            <p:nvPr/>
          </p:nvSpPr>
          <p:spPr>
            <a:xfrm>
              <a:off x="4518507" y="1783080"/>
              <a:ext cx="777240" cy="77724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TextBox 13"/>
            <p:cNvSpPr txBox="1"/>
            <p:nvPr/>
          </p:nvSpPr>
          <p:spPr>
            <a:xfrm>
              <a:off x="4518507" y="1783080"/>
              <a:ext cx="777240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01287" y="2651760"/>
              <a:ext cx="2011680" cy="4114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[القيمة 3]</a:t>
              </a:r>
            </a:p>
          </p:txBody>
        </p:sp>
      </p:grpSp>
      <p:grpSp>
        <p:nvGrpSpPr>
          <p:cNvPr id="20" name="القيمة 4"/>
          <p:cNvGrpSpPr/>
          <p:nvPr/>
        </p:nvGrpSpPr>
        <p:grpSpPr>
          <a:xfrm>
            <a:off x="1523847" y="1783080"/>
            <a:ext cx="2011680" cy="1280160"/>
            <a:chOff x="1523847" y="1783080"/>
            <a:chExt cx="2011680" cy="1280160"/>
          </a:xfrm>
        </p:grpSpPr>
        <p:sp>
          <p:nvSpPr>
            <p:cNvPr id="17" name="Oval 16"/>
            <p:cNvSpPr/>
            <p:nvPr/>
          </p:nvSpPr>
          <p:spPr>
            <a:xfrm>
              <a:off x="2141067" y="1783080"/>
              <a:ext cx="777240" cy="77724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8" name="TextBox 17"/>
            <p:cNvSpPr txBox="1"/>
            <p:nvPr/>
          </p:nvSpPr>
          <p:spPr>
            <a:xfrm>
              <a:off x="2141067" y="1783080"/>
              <a:ext cx="777240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23847" y="2651760"/>
              <a:ext cx="2011680" cy="4114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1" lang="ar-SA">
                  <a:solidFill>
                    <a:srgbClr val="FFFFFF"/>
                  </a:solidFill>
                  <a:latin typeface="SST Arabic"/>
                  <a:cs typeface="SST Arabic"/>
                </a:rPr>
                <a:t>[القيمة 4]</a:t>
              </a:r>
            </a:p>
          </p:txBody>
        </p:sp>
      </p:grpSp>
      <p:sp>
        <p:nvSpPr>
          <p:cNvPr id="21" name="عنوان الأهداف"/>
          <p:cNvSpPr txBox="1"/>
          <p:nvPr/>
        </p:nvSpPr>
        <p:spPr>
          <a:xfrm>
            <a:off x="2898648" y="324612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3200" b="1" lang="ar-SA">
                <a:solidFill>
                  <a:srgbClr val="FFFFFF"/>
                </a:solidFill>
                <a:latin typeface="SST Arabic"/>
                <a:cs typeface="SST Arabic"/>
              </a:rPr>
              <a:t>أهدافنا الاستراتيجية</a:t>
            </a:r>
          </a:p>
        </p:txBody>
      </p:sp>
      <p:grpSp>
        <p:nvGrpSpPr>
          <p:cNvPr id="26" name="الهدف 1"/>
          <p:cNvGrpSpPr/>
          <p:nvPr/>
        </p:nvGrpSpPr>
        <p:grpSpPr>
          <a:xfrm>
            <a:off x="8107527" y="3977639"/>
            <a:ext cx="3200400" cy="1920240"/>
            <a:chOff x="8107527" y="3977639"/>
            <a:chExt cx="3200400" cy="1920240"/>
          </a:xfrm>
        </p:grpSpPr>
        <p:sp>
          <p:nvSpPr>
            <p:cNvPr id="22" name="Rounded Rectangle 21"/>
            <p:cNvSpPr/>
            <p:nvPr/>
          </p:nvSpPr>
          <p:spPr>
            <a:xfrm>
              <a:off x="8107527" y="3977639"/>
              <a:ext cx="3200400" cy="192024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05A7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3" name="Oval 22"/>
            <p:cNvSpPr/>
            <p:nvPr/>
          </p:nvSpPr>
          <p:spPr>
            <a:xfrm>
              <a:off x="9341967" y="4160520"/>
              <a:ext cx="731520" cy="73152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4" name="TextBox 23"/>
            <p:cNvSpPr txBox="1"/>
            <p:nvPr/>
          </p:nvSpPr>
          <p:spPr>
            <a:xfrm>
              <a:off x="9341967" y="4160520"/>
              <a:ext cx="731520" cy="7315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44687" y="5029200"/>
              <a:ext cx="292608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[الهدف الاستراتيجي 1]</a:t>
              </a:r>
            </a:p>
          </p:txBody>
        </p:sp>
      </p:grpSp>
      <p:grpSp>
        <p:nvGrpSpPr>
          <p:cNvPr id="31" name="الهدف 2"/>
          <p:cNvGrpSpPr/>
          <p:nvPr/>
        </p:nvGrpSpPr>
        <p:grpSpPr>
          <a:xfrm>
            <a:off x="4495647" y="3977639"/>
            <a:ext cx="3200400" cy="1920240"/>
            <a:chOff x="4495647" y="3977639"/>
            <a:chExt cx="3200400" cy="1920240"/>
          </a:xfrm>
        </p:grpSpPr>
        <p:sp>
          <p:nvSpPr>
            <p:cNvPr id="27" name="Rounded Rectangle 26"/>
            <p:cNvSpPr/>
            <p:nvPr/>
          </p:nvSpPr>
          <p:spPr>
            <a:xfrm>
              <a:off x="4495647" y="3977639"/>
              <a:ext cx="3200400" cy="192024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05A7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Oval 27"/>
            <p:cNvSpPr/>
            <p:nvPr/>
          </p:nvSpPr>
          <p:spPr>
            <a:xfrm>
              <a:off x="5730087" y="4160520"/>
              <a:ext cx="731520" cy="73152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9" name="TextBox 28"/>
            <p:cNvSpPr txBox="1"/>
            <p:nvPr/>
          </p:nvSpPr>
          <p:spPr>
            <a:xfrm>
              <a:off x="5730087" y="4160520"/>
              <a:ext cx="731520" cy="7315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632807" y="5029200"/>
              <a:ext cx="292608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[الهدف الاستراتيجي 2]</a:t>
              </a:r>
            </a:p>
          </p:txBody>
        </p:sp>
      </p:grpSp>
      <p:grpSp>
        <p:nvGrpSpPr>
          <p:cNvPr id="36" name="الهدف 3"/>
          <p:cNvGrpSpPr/>
          <p:nvPr/>
        </p:nvGrpSpPr>
        <p:grpSpPr>
          <a:xfrm>
            <a:off x="883767" y="3977639"/>
            <a:ext cx="3200400" cy="1920240"/>
            <a:chOff x="883767" y="3977639"/>
            <a:chExt cx="3200400" cy="1920240"/>
          </a:xfrm>
        </p:grpSpPr>
        <p:sp>
          <p:nvSpPr>
            <p:cNvPr id="32" name="Rounded Rectangle 31"/>
            <p:cNvSpPr/>
            <p:nvPr/>
          </p:nvSpPr>
          <p:spPr>
            <a:xfrm>
              <a:off x="883767" y="3977639"/>
              <a:ext cx="3200400" cy="192024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05A7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Oval 32"/>
            <p:cNvSpPr/>
            <p:nvPr/>
          </p:nvSpPr>
          <p:spPr>
            <a:xfrm>
              <a:off x="2118207" y="4160520"/>
              <a:ext cx="731520" cy="731520"/>
            </a:xfrm>
            <a:prstGeom prst="ellipse">
              <a:avLst/>
            </a:prstGeom>
            <a:solidFill>
              <a:srgbClr val="05A769">
                <a:alpha val="20000"/>
              </a:srgbClr>
            </a:solidFill>
            <a:ln w="19050">
              <a:solidFill>
                <a:srgbClr val="05A769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TextBox 33"/>
            <p:cNvSpPr txBox="1"/>
            <p:nvPr/>
          </p:nvSpPr>
          <p:spPr>
            <a:xfrm>
              <a:off x="2118207" y="4160520"/>
              <a:ext cx="731520" cy="7315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1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أيقونة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20927" y="5029200"/>
              <a:ext cx="292608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 rtl="1"/>
              <a:r>
                <a:rPr sz="1800" b="0" lang="ar-SA">
                  <a:solidFill>
                    <a:srgbClr val="FFFFFF"/>
                  </a:solidFill>
                  <a:latin typeface="SST Arabic"/>
                  <a:cs typeface="SST Arabic"/>
                </a:rPr>
                <a:t>[الهدف الاستراتيجي 3]</a:t>
              </a:r>
            </a:p>
          </p:txBody>
        </p:sp>
      </p:grpSp>
      <p:grpSp>
        <p:nvGrpSpPr>
          <p:cNvPr id="37" name="Group 94">
            <a:extLst>
              <a:ext uri="{FF2B5EF4-FFF2-40B4-BE49-F238E27FC236}">
                <a16:creationId xmlns:a16="http://schemas.microsoft.com/office/drawing/2014/main" id="{4D501F86-68D8-F564-5AA3-666D55D3DCEF}"/>
              </a:ext>
            </a:extLst>
          </p:cNvPr>
          <p:cNvGrpSpPr/>
          <p:nvPr userDrawn="1"/>
        </p:nvGrpSpPr>
        <p:grpSpPr>
          <a:xfrm>
            <a:off x="9372600" y="598265"/>
            <a:ext cx="2243038" cy="1030996"/>
            <a:chOff x="651211" y="1169146"/>
            <a:chExt cx="6472240" cy="2974917"/>
          </a:xfrm>
        </p:grpSpPr>
        <p:sp>
          <p:nvSpPr>
            <p:cNvPr id="38" name="Freeform 4">
              <a:extLst>
                <a:ext uri="{FF2B5EF4-FFF2-40B4-BE49-F238E27FC236}">
                  <a16:creationId xmlns:a16="http://schemas.microsoft.com/office/drawing/2014/main" id="{6771034B-9902-9893-9EE9-E20637F84088}"/>
                </a:ext>
              </a:extLst>
            </p:cNvPr>
            <p:cNvSpPr/>
            <p:nvPr/>
          </p:nvSpPr>
          <p:spPr>
            <a:xfrm>
              <a:off x="651413" y="2365573"/>
              <a:ext cx="1977449" cy="595589"/>
            </a:xfrm>
            <a:custGeom>
              <a:avLst/>
              <a:gdLst>
                <a:gd name="csX0" fmla="*/ 104126 w 1977449"/>
                <a:gd name="csY0" fmla="*/ 137475 h 595589"/>
                <a:gd name="csX1" fmla="*/ 73346 w 1977449"/>
                <a:gd name="csY1" fmla="*/ 106723 h 595589"/>
                <a:gd name="csX2" fmla="*/ 104126 w 1977449"/>
                <a:gd name="csY2" fmla="*/ 75971 h 595589"/>
                <a:gd name="csX3" fmla="*/ 134232 w 1977449"/>
                <a:gd name="csY3" fmla="*/ 106723 h 595589"/>
                <a:gd name="csX4" fmla="*/ 104126 w 1977449"/>
                <a:gd name="csY4" fmla="*/ 137475 h 595589"/>
                <a:gd name="csX5" fmla="*/ 216132 w 1977449"/>
                <a:gd name="csY5" fmla="*/ 106790 h 595589"/>
                <a:gd name="csX6" fmla="*/ 185958 w 1977449"/>
                <a:gd name="csY6" fmla="*/ 76038 h 595589"/>
                <a:gd name="csX7" fmla="*/ 155179 w 1977449"/>
                <a:gd name="csY7" fmla="*/ 106790 h 595589"/>
                <a:gd name="csX8" fmla="*/ 185958 w 1977449"/>
                <a:gd name="csY8" fmla="*/ 137542 h 595589"/>
                <a:gd name="csX9" fmla="*/ 216132 w 1977449"/>
                <a:gd name="csY9" fmla="*/ 106790 h 595589"/>
                <a:gd name="csX10" fmla="*/ 443377 w 1977449"/>
                <a:gd name="csY10" fmla="*/ 534086 h 595589"/>
                <a:gd name="csX11" fmla="*/ 412597 w 1977449"/>
                <a:gd name="csY11" fmla="*/ 564837 h 595589"/>
                <a:gd name="csX12" fmla="*/ 443377 w 1977449"/>
                <a:gd name="csY12" fmla="*/ 595589 h 595589"/>
                <a:gd name="csX13" fmla="*/ 473551 w 1977449"/>
                <a:gd name="csY13" fmla="*/ 564837 h 595589"/>
                <a:gd name="csX14" fmla="*/ 443377 w 1977449"/>
                <a:gd name="csY14" fmla="*/ 534086 h 595589"/>
                <a:gd name="csX15" fmla="*/ 361545 w 1977449"/>
                <a:gd name="csY15" fmla="*/ 534086 h 595589"/>
                <a:gd name="csX16" fmla="*/ 330765 w 1977449"/>
                <a:gd name="csY16" fmla="*/ 564837 h 595589"/>
                <a:gd name="csX17" fmla="*/ 361545 w 1977449"/>
                <a:gd name="csY17" fmla="*/ 595589 h 595589"/>
                <a:gd name="csX18" fmla="*/ 391651 w 1977449"/>
                <a:gd name="csY18" fmla="*/ 564837 h 595589"/>
                <a:gd name="csX19" fmla="*/ 361545 w 1977449"/>
                <a:gd name="csY19" fmla="*/ 534086 h 595589"/>
                <a:gd name="csX20" fmla="*/ 347131 w 1977449"/>
                <a:gd name="csY20" fmla="*/ 481061 h 595589"/>
                <a:gd name="csX21" fmla="*/ 331438 w 1977449"/>
                <a:gd name="csY21" fmla="*/ 481061 h 595589"/>
                <a:gd name="csX22" fmla="*/ 218085 w 1977449"/>
                <a:gd name="csY22" fmla="*/ 440484 h 595589"/>
                <a:gd name="csX23" fmla="*/ 130932 w 1977449"/>
                <a:gd name="csY23" fmla="*/ 458787 h 595589"/>
                <a:gd name="csX24" fmla="*/ 0 w 1977449"/>
                <a:gd name="csY24" fmla="*/ 333761 h 595589"/>
                <a:gd name="csX25" fmla="*/ 144066 w 1977449"/>
                <a:gd name="csY25" fmla="*/ 201603 h 595589"/>
                <a:gd name="csX26" fmla="*/ 262672 w 1977449"/>
                <a:gd name="csY26" fmla="*/ 201603 h 595589"/>
                <a:gd name="csX27" fmla="*/ 262672 w 1977449"/>
                <a:gd name="csY27" fmla="*/ 386787 h 595589"/>
                <a:gd name="csX28" fmla="*/ 333391 w 1977449"/>
                <a:gd name="csY28" fmla="*/ 437120 h 595589"/>
                <a:gd name="csX29" fmla="*/ 338645 w 1977449"/>
                <a:gd name="csY29" fmla="*/ 437120 h 595589"/>
                <a:gd name="csX30" fmla="*/ 420477 w 1977449"/>
                <a:gd name="csY30" fmla="*/ 358659 h 595589"/>
                <a:gd name="csX31" fmla="*/ 420477 w 1977449"/>
                <a:gd name="csY31" fmla="*/ 201603 h 595589"/>
                <a:gd name="csX32" fmla="*/ 473551 w 1977449"/>
                <a:gd name="csY32" fmla="*/ 201603 h 595589"/>
                <a:gd name="csX33" fmla="*/ 473551 w 1977449"/>
                <a:gd name="csY33" fmla="*/ 368483 h 595589"/>
                <a:gd name="csX34" fmla="*/ 347131 w 1977449"/>
                <a:gd name="csY34" fmla="*/ 481061 h 595589"/>
                <a:gd name="csX35" fmla="*/ 208925 w 1977449"/>
                <a:gd name="csY35" fmla="*/ 244803 h 595589"/>
                <a:gd name="csX36" fmla="*/ 149992 w 1977449"/>
                <a:gd name="csY36" fmla="*/ 244803 h 595589"/>
                <a:gd name="csX37" fmla="*/ 52400 w 1977449"/>
                <a:gd name="csY37" fmla="*/ 333829 h 595589"/>
                <a:gd name="csX38" fmla="*/ 135579 w 1977449"/>
                <a:gd name="csY38" fmla="*/ 413030 h 595589"/>
                <a:gd name="csX39" fmla="*/ 208925 w 1977449"/>
                <a:gd name="csY39" fmla="*/ 396678 h 595589"/>
                <a:gd name="csX40" fmla="*/ 208925 w 1977449"/>
                <a:gd name="csY40" fmla="*/ 244803 h 595589"/>
                <a:gd name="csX41" fmla="*/ 1203240 w 1977449"/>
                <a:gd name="csY41" fmla="*/ 7267 h 595589"/>
                <a:gd name="csX42" fmla="*/ 1172461 w 1977449"/>
                <a:gd name="csY42" fmla="*/ 38019 h 595589"/>
                <a:gd name="csX43" fmla="*/ 1203240 w 1977449"/>
                <a:gd name="csY43" fmla="*/ 68771 h 595589"/>
                <a:gd name="csX44" fmla="*/ 1233347 w 1977449"/>
                <a:gd name="csY44" fmla="*/ 38019 h 595589"/>
                <a:gd name="csX45" fmla="*/ 1203240 w 1977449"/>
                <a:gd name="csY45" fmla="*/ 7267 h 595589"/>
                <a:gd name="csX46" fmla="*/ 1131847 w 1977449"/>
                <a:gd name="csY46" fmla="*/ 106790 h 595589"/>
                <a:gd name="csX47" fmla="*/ 1162627 w 1977449"/>
                <a:gd name="csY47" fmla="*/ 137542 h 595589"/>
                <a:gd name="csX48" fmla="*/ 1192733 w 1977449"/>
                <a:gd name="csY48" fmla="*/ 106790 h 595589"/>
                <a:gd name="csX49" fmla="*/ 1162627 w 1977449"/>
                <a:gd name="csY49" fmla="*/ 76038 h 595589"/>
                <a:gd name="csX50" fmla="*/ 1131847 w 1977449"/>
                <a:gd name="csY50" fmla="*/ 106790 h 595589"/>
                <a:gd name="csX51" fmla="*/ 1213680 w 1977449"/>
                <a:gd name="csY51" fmla="*/ 106790 h 595589"/>
                <a:gd name="csX52" fmla="*/ 1244460 w 1977449"/>
                <a:gd name="csY52" fmla="*/ 137542 h 595589"/>
                <a:gd name="csX53" fmla="*/ 1274566 w 1977449"/>
                <a:gd name="csY53" fmla="*/ 106790 h 595589"/>
                <a:gd name="csX54" fmla="*/ 1244460 w 1977449"/>
                <a:gd name="csY54" fmla="*/ 76038 h 595589"/>
                <a:gd name="csX55" fmla="*/ 1213680 w 1977449"/>
                <a:gd name="csY55" fmla="*/ 106790 h 595589"/>
                <a:gd name="csX56" fmla="*/ 1575898 w 1977449"/>
                <a:gd name="csY56" fmla="*/ 532134 h 595589"/>
                <a:gd name="csX57" fmla="*/ 1545118 w 1977449"/>
                <a:gd name="csY57" fmla="*/ 562886 h 595589"/>
                <a:gd name="csX58" fmla="*/ 1575898 w 1977449"/>
                <a:gd name="csY58" fmla="*/ 593638 h 595589"/>
                <a:gd name="csX59" fmla="*/ 1606004 w 1977449"/>
                <a:gd name="csY59" fmla="*/ 562886 h 595589"/>
                <a:gd name="csX60" fmla="*/ 1575898 w 1977449"/>
                <a:gd name="csY60" fmla="*/ 532134 h 595589"/>
                <a:gd name="csX61" fmla="*/ 1758623 w 1977449"/>
                <a:gd name="csY61" fmla="*/ 358726 h 595589"/>
                <a:gd name="csX62" fmla="*/ 1676791 w 1977449"/>
                <a:gd name="csY62" fmla="*/ 437187 h 595589"/>
                <a:gd name="csX63" fmla="*/ 1604725 w 1977449"/>
                <a:gd name="csY63" fmla="*/ 374405 h 595589"/>
                <a:gd name="csX64" fmla="*/ 1604725 w 1977449"/>
                <a:gd name="csY64" fmla="*/ 201670 h 595589"/>
                <a:gd name="csX65" fmla="*/ 1551045 w 1977449"/>
                <a:gd name="csY65" fmla="*/ 201670 h 595589"/>
                <a:gd name="csX66" fmla="*/ 1551045 w 1977449"/>
                <a:gd name="csY66" fmla="*/ 358726 h 595589"/>
                <a:gd name="csX67" fmla="*/ 1469819 w 1977449"/>
                <a:gd name="csY67" fmla="*/ 437187 h 595589"/>
                <a:gd name="csX68" fmla="*/ 1469617 w 1977449"/>
                <a:gd name="csY68" fmla="*/ 437187 h 595589"/>
                <a:gd name="csX69" fmla="*/ 1469213 w 1977449"/>
                <a:gd name="csY69" fmla="*/ 437187 h 595589"/>
                <a:gd name="csX70" fmla="*/ 1399099 w 1977449"/>
                <a:gd name="csY70" fmla="*/ 368483 h 595589"/>
                <a:gd name="csX71" fmla="*/ 1399099 w 1977449"/>
                <a:gd name="csY71" fmla="*/ 201603 h 595589"/>
                <a:gd name="csX72" fmla="*/ 1345353 w 1977449"/>
                <a:gd name="csY72" fmla="*/ 201603 h 595589"/>
                <a:gd name="csX73" fmla="*/ 1345353 w 1977449"/>
                <a:gd name="csY73" fmla="*/ 358659 h 595589"/>
                <a:gd name="csX74" fmla="*/ 1291673 w 1977449"/>
                <a:gd name="csY74" fmla="*/ 437120 h 595589"/>
                <a:gd name="csX75" fmla="*/ 1231393 w 1977449"/>
                <a:gd name="csY75" fmla="*/ 374338 h 595589"/>
                <a:gd name="csX76" fmla="*/ 1231393 w 1977449"/>
                <a:gd name="csY76" fmla="*/ 262433 h 595589"/>
                <a:gd name="csX77" fmla="*/ 1177647 w 1977449"/>
                <a:gd name="csY77" fmla="*/ 262433 h 595589"/>
                <a:gd name="csX78" fmla="*/ 1177647 w 1977449"/>
                <a:gd name="csY78" fmla="*/ 365186 h 595589"/>
                <a:gd name="csX79" fmla="*/ 1119993 w 1977449"/>
                <a:gd name="csY79" fmla="*/ 437120 h 595589"/>
                <a:gd name="csX80" fmla="*/ 1059714 w 1977449"/>
                <a:gd name="csY80" fmla="*/ 374338 h 595589"/>
                <a:gd name="csX81" fmla="*/ 1059714 w 1977449"/>
                <a:gd name="csY81" fmla="*/ 262433 h 595589"/>
                <a:gd name="csX82" fmla="*/ 1006034 w 1977449"/>
                <a:gd name="csY82" fmla="*/ 262433 h 595589"/>
                <a:gd name="csX83" fmla="*/ 1006034 w 1977449"/>
                <a:gd name="csY83" fmla="*/ 365186 h 595589"/>
                <a:gd name="csX84" fmla="*/ 948381 w 1977449"/>
                <a:gd name="csY84" fmla="*/ 437120 h 595589"/>
                <a:gd name="csX85" fmla="*/ 663483 w 1977449"/>
                <a:gd name="csY85" fmla="*/ 437120 h 595589"/>
                <a:gd name="csX86" fmla="*/ 663483 w 1977449"/>
                <a:gd name="csY86" fmla="*/ 201535 h 595589"/>
                <a:gd name="csX87" fmla="*/ 609803 w 1977449"/>
                <a:gd name="csY87" fmla="*/ 201535 h 595589"/>
                <a:gd name="csX88" fmla="*/ 609803 w 1977449"/>
                <a:gd name="csY88" fmla="*/ 467872 h 595589"/>
                <a:gd name="csX89" fmla="*/ 550197 w 1977449"/>
                <a:gd name="csY89" fmla="*/ 549697 h 595589"/>
                <a:gd name="csX90" fmla="*/ 520764 w 1977449"/>
                <a:gd name="csY90" fmla="*/ 547073 h 595589"/>
                <a:gd name="csX91" fmla="*/ 513558 w 1977449"/>
                <a:gd name="csY91" fmla="*/ 591619 h 595589"/>
                <a:gd name="csX92" fmla="*/ 553565 w 1977449"/>
                <a:gd name="csY92" fmla="*/ 595522 h 595589"/>
                <a:gd name="csX93" fmla="*/ 662944 w 1977449"/>
                <a:gd name="csY93" fmla="*/ 480993 h 595589"/>
                <a:gd name="csX94" fmla="*/ 954375 w 1977449"/>
                <a:gd name="csY94" fmla="*/ 480993 h 595589"/>
                <a:gd name="csX95" fmla="*/ 1045435 w 1977449"/>
                <a:gd name="csY95" fmla="*/ 439139 h 595589"/>
                <a:gd name="csX96" fmla="*/ 1125988 w 1977449"/>
                <a:gd name="csY96" fmla="*/ 480993 h 595589"/>
                <a:gd name="csX97" fmla="*/ 1217047 w 1977449"/>
                <a:gd name="csY97" fmla="*/ 439139 h 595589"/>
                <a:gd name="csX98" fmla="*/ 1301507 w 1977449"/>
                <a:gd name="csY98" fmla="*/ 480993 h 595589"/>
                <a:gd name="csX99" fmla="*/ 1382733 w 1977449"/>
                <a:gd name="csY99" fmla="*/ 438466 h 595589"/>
                <a:gd name="csX100" fmla="*/ 1477699 w 1977449"/>
                <a:gd name="csY100" fmla="*/ 480993 h 595589"/>
                <a:gd name="csX101" fmla="*/ 1477901 w 1977449"/>
                <a:gd name="csY101" fmla="*/ 480993 h 595589"/>
                <a:gd name="csX102" fmla="*/ 1478372 w 1977449"/>
                <a:gd name="csY102" fmla="*/ 480993 h 595589"/>
                <a:gd name="csX103" fmla="*/ 1588358 w 1977449"/>
                <a:gd name="csY103" fmla="*/ 437120 h 595589"/>
                <a:gd name="csX104" fmla="*/ 1677801 w 1977449"/>
                <a:gd name="csY104" fmla="*/ 480657 h 595589"/>
                <a:gd name="csX105" fmla="*/ 1685277 w 1977449"/>
                <a:gd name="csY105" fmla="*/ 480993 h 595589"/>
                <a:gd name="csX106" fmla="*/ 1685277 w 1977449"/>
                <a:gd name="csY106" fmla="*/ 480993 h 595589"/>
                <a:gd name="csX107" fmla="*/ 1812303 w 1977449"/>
                <a:gd name="csY107" fmla="*/ 368416 h 595589"/>
                <a:gd name="csX108" fmla="*/ 1812303 w 1977449"/>
                <a:gd name="csY108" fmla="*/ 0 h 595589"/>
                <a:gd name="csX109" fmla="*/ 1758623 w 1977449"/>
                <a:gd name="csY109" fmla="*/ 0 h 595589"/>
                <a:gd name="csX110" fmla="*/ 1758623 w 1977449"/>
                <a:gd name="csY110" fmla="*/ 358659 h 595589"/>
                <a:gd name="csX111" fmla="*/ 1923703 w 1977449"/>
                <a:gd name="csY111" fmla="*/ 481061 h 595589"/>
                <a:gd name="csX112" fmla="*/ 1977449 w 1977449"/>
                <a:gd name="csY112" fmla="*/ 481061 h 595589"/>
                <a:gd name="csX113" fmla="*/ 1977449 w 1977449"/>
                <a:gd name="csY113" fmla="*/ 67 h 595589"/>
                <a:gd name="csX114" fmla="*/ 1923703 w 1977449"/>
                <a:gd name="csY114" fmla="*/ 67 h 595589"/>
                <a:gd name="csX115" fmla="*/ 1923703 w 1977449"/>
                <a:gd name="csY115" fmla="*/ 481061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</a:cxnLst>
              <a:rect l="l" t="t" r="r" b="b"/>
              <a:pathLst>
                <a:path w="1977449" h="595589">
                  <a:moveTo>
                    <a:pt x="104126" y="137475"/>
                  </a:moveTo>
                  <a:cubicBezTo>
                    <a:pt x="86412" y="137475"/>
                    <a:pt x="73346" y="124353"/>
                    <a:pt x="73346" y="106723"/>
                  </a:cubicBezTo>
                  <a:cubicBezTo>
                    <a:pt x="73346" y="89093"/>
                    <a:pt x="86480" y="75971"/>
                    <a:pt x="104126" y="75971"/>
                  </a:cubicBezTo>
                  <a:cubicBezTo>
                    <a:pt x="121772" y="75971"/>
                    <a:pt x="134232" y="89093"/>
                    <a:pt x="134232" y="106723"/>
                  </a:cubicBezTo>
                  <a:cubicBezTo>
                    <a:pt x="134232" y="124353"/>
                    <a:pt x="121839" y="137475"/>
                    <a:pt x="104126" y="137475"/>
                  </a:cubicBezTo>
                  <a:moveTo>
                    <a:pt x="216132" y="106790"/>
                  </a:moveTo>
                  <a:cubicBezTo>
                    <a:pt x="216132" y="89093"/>
                    <a:pt x="203672" y="76038"/>
                    <a:pt x="185958" y="76038"/>
                  </a:cubicBezTo>
                  <a:cubicBezTo>
                    <a:pt x="168245" y="76038"/>
                    <a:pt x="155179" y="89160"/>
                    <a:pt x="155179" y="106790"/>
                  </a:cubicBezTo>
                  <a:cubicBezTo>
                    <a:pt x="155179" y="124420"/>
                    <a:pt x="168312" y="137542"/>
                    <a:pt x="185958" y="137542"/>
                  </a:cubicBezTo>
                  <a:cubicBezTo>
                    <a:pt x="203605" y="137542"/>
                    <a:pt x="216132" y="124420"/>
                    <a:pt x="216132" y="106790"/>
                  </a:cubicBezTo>
                  <a:moveTo>
                    <a:pt x="443377" y="534086"/>
                  </a:moveTo>
                  <a:cubicBezTo>
                    <a:pt x="425731" y="534086"/>
                    <a:pt x="412597" y="547207"/>
                    <a:pt x="412597" y="564837"/>
                  </a:cubicBezTo>
                  <a:cubicBezTo>
                    <a:pt x="412597" y="582468"/>
                    <a:pt x="425731" y="595589"/>
                    <a:pt x="443377" y="595589"/>
                  </a:cubicBezTo>
                  <a:cubicBezTo>
                    <a:pt x="461023" y="595589"/>
                    <a:pt x="473551" y="582535"/>
                    <a:pt x="473551" y="564837"/>
                  </a:cubicBezTo>
                  <a:cubicBezTo>
                    <a:pt x="473551" y="547140"/>
                    <a:pt x="461091" y="534086"/>
                    <a:pt x="443377" y="534086"/>
                  </a:cubicBezTo>
                  <a:moveTo>
                    <a:pt x="361545" y="534086"/>
                  </a:moveTo>
                  <a:cubicBezTo>
                    <a:pt x="343831" y="534086"/>
                    <a:pt x="330765" y="547207"/>
                    <a:pt x="330765" y="564837"/>
                  </a:cubicBezTo>
                  <a:cubicBezTo>
                    <a:pt x="330765" y="582468"/>
                    <a:pt x="343898" y="595589"/>
                    <a:pt x="361545" y="595589"/>
                  </a:cubicBezTo>
                  <a:cubicBezTo>
                    <a:pt x="379191" y="595589"/>
                    <a:pt x="391651" y="582535"/>
                    <a:pt x="391651" y="564837"/>
                  </a:cubicBezTo>
                  <a:cubicBezTo>
                    <a:pt x="391651" y="547140"/>
                    <a:pt x="379258" y="534086"/>
                    <a:pt x="361545" y="534086"/>
                  </a:cubicBezTo>
                  <a:moveTo>
                    <a:pt x="347131" y="481061"/>
                  </a:moveTo>
                  <a:lnTo>
                    <a:pt x="331438" y="481061"/>
                  </a:lnTo>
                  <a:cubicBezTo>
                    <a:pt x="278971" y="481061"/>
                    <a:pt x="237078" y="473861"/>
                    <a:pt x="218085" y="440484"/>
                  </a:cubicBezTo>
                  <a:cubicBezTo>
                    <a:pt x="200372" y="448357"/>
                    <a:pt x="170939" y="458787"/>
                    <a:pt x="130932" y="458787"/>
                  </a:cubicBezTo>
                  <a:cubicBezTo>
                    <a:pt x="67419" y="458787"/>
                    <a:pt x="0" y="428035"/>
                    <a:pt x="0" y="333761"/>
                  </a:cubicBezTo>
                  <a:cubicBezTo>
                    <a:pt x="0" y="249985"/>
                    <a:pt x="54353" y="201603"/>
                    <a:pt x="144066" y="201603"/>
                  </a:cubicBezTo>
                  <a:lnTo>
                    <a:pt x="262672" y="201603"/>
                  </a:lnTo>
                  <a:lnTo>
                    <a:pt x="262672" y="386787"/>
                  </a:lnTo>
                  <a:cubicBezTo>
                    <a:pt x="262672" y="426690"/>
                    <a:pt x="282945" y="437120"/>
                    <a:pt x="333391" y="437120"/>
                  </a:cubicBezTo>
                  <a:lnTo>
                    <a:pt x="338645" y="437120"/>
                  </a:lnTo>
                  <a:cubicBezTo>
                    <a:pt x="393671" y="437120"/>
                    <a:pt x="420477" y="414241"/>
                    <a:pt x="420477" y="358659"/>
                  </a:cubicBezTo>
                  <a:lnTo>
                    <a:pt x="420477" y="201603"/>
                  </a:lnTo>
                  <a:lnTo>
                    <a:pt x="473551" y="201603"/>
                  </a:lnTo>
                  <a:lnTo>
                    <a:pt x="473551" y="368483"/>
                  </a:lnTo>
                  <a:cubicBezTo>
                    <a:pt x="473551" y="443714"/>
                    <a:pt x="431658" y="481061"/>
                    <a:pt x="347131" y="481061"/>
                  </a:cubicBezTo>
                  <a:moveTo>
                    <a:pt x="208925" y="244803"/>
                  </a:moveTo>
                  <a:lnTo>
                    <a:pt x="149992" y="244803"/>
                  </a:lnTo>
                  <a:cubicBezTo>
                    <a:pt x="100219" y="244803"/>
                    <a:pt x="52400" y="258531"/>
                    <a:pt x="52400" y="333829"/>
                  </a:cubicBezTo>
                  <a:cubicBezTo>
                    <a:pt x="52400" y="402532"/>
                    <a:pt x="104126" y="413030"/>
                    <a:pt x="135579" y="413030"/>
                  </a:cubicBezTo>
                  <a:cubicBezTo>
                    <a:pt x="167032" y="413030"/>
                    <a:pt x="192559" y="406503"/>
                    <a:pt x="208925" y="396678"/>
                  </a:cubicBezTo>
                  <a:lnTo>
                    <a:pt x="208925" y="244803"/>
                  </a:lnTo>
                  <a:close/>
                  <a:moveTo>
                    <a:pt x="1203240" y="7267"/>
                  </a:moveTo>
                  <a:cubicBezTo>
                    <a:pt x="1185527" y="7267"/>
                    <a:pt x="1172461" y="20389"/>
                    <a:pt x="1172461" y="38019"/>
                  </a:cubicBezTo>
                  <a:cubicBezTo>
                    <a:pt x="1172461" y="55649"/>
                    <a:pt x="1185594" y="68771"/>
                    <a:pt x="1203240" y="68771"/>
                  </a:cubicBezTo>
                  <a:cubicBezTo>
                    <a:pt x="1220887" y="68771"/>
                    <a:pt x="1233347" y="55649"/>
                    <a:pt x="1233347" y="38019"/>
                  </a:cubicBezTo>
                  <a:cubicBezTo>
                    <a:pt x="1233347" y="20389"/>
                    <a:pt x="1220887" y="7267"/>
                    <a:pt x="1203240" y="7267"/>
                  </a:cubicBezTo>
                  <a:moveTo>
                    <a:pt x="1131847" y="106790"/>
                  </a:moveTo>
                  <a:cubicBezTo>
                    <a:pt x="1131847" y="124420"/>
                    <a:pt x="1144914" y="137542"/>
                    <a:pt x="1162627" y="137542"/>
                  </a:cubicBezTo>
                  <a:cubicBezTo>
                    <a:pt x="1180341" y="137542"/>
                    <a:pt x="1192733" y="124420"/>
                    <a:pt x="1192733" y="106790"/>
                  </a:cubicBezTo>
                  <a:cubicBezTo>
                    <a:pt x="1192733" y="89160"/>
                    <a:pt x="1180341" y="76038"/>
                    <a:pt x="1162627" y="76038"/>
                  </a:cubicBezTo>
                  <a:cubicBezTo>
                    <a:pt x="1144914" y="76038"/>
                    <a:pt x="1131847" y="89160"/>
                    <a:pt x="1131847" y="106790"/>
                  </a:cubicBezTo>
                  <a:moveTo>
                    <a:pt x="1213680" y="106790"/>
                  </a:moveTo>
                  <a:cubicBezTo>
                    <a:pt x="1213680" y="124420"/>
                    <a:pt x="1226813" y="137542"/>
                    <a:pt x="1244460" y="137542"/>
                  </a:cubicBezTo>
                  <a:cubicBezTo>
                    <a:pt x="1262106" y="137542"/>
                    <a:pt x="1274566" y="124420"/>
                    <a:pt x="1274566" y="106790"/>
                  </a:cubicBezTo>
                  <a:cubicBezTo>
                    <a:pt x="1274566" y="89160"/>
                    <a:pt x="1262106" y="76038"/>
                    <a:pt x="1244460" y="76038"/>
                  </a:cubicBezTo>
                  <a:cubicBezTo>
                    <a:pt x="1226813" y="76038"/>
                    <a:pt x="1213680" y="89160"/>
                    <a:pt x="1213680" y="106790"/>
                  </a:cubicBezTo>
                  <a:moveTo>
                    <a:pt x="1575898" y="532134"/>
                  </a:moveTo>
                  <a:cubicBezTo>
                    <a:pt x="1558252" y="532134"/>
                    <a:pt x="1545118" y="545188"/>
                    <a:pt x="1545118" y="562886"/>
                  </a:cubicBezTo>
                  <a:cubicBezTo>
                    <a:pt x="1545118" y="580583"/>
                    <a:pt x="1558252" y="593638"/>
                    <a:pt x="1575898" y="593638"/>
                  </a:cubicBezTo>
                  <a:cubicBezTo>
                    <a:pt x="1593544" y="593638"/>
                    <a:pt x="1606004" y="580516"/>
                    <a:pt x="1606004" y="562886"/>
                  </a:cubicBezTo>
                  <a:cubicBezTo>
                    <a:pt x="1606004" y="545256"/>
                    <a:pt x="1593612" y="532134"/>
                    <a:pt x="1575898" y="532134"/>
                  </a:cubicBezTo>
                  <a:moveTo>
                    <a:pt x="1758623" y="358726"/>
                  </a:moveTo>
                  <a:cubicBezTo>
                    <a:pt x="1758623" y="414375"/>
                    <a:pt x="1731750" y="437187"/>
                    <a:pt x="1676791" y="437187"/>
                  </a:cubicBezTo>
                  <a:cubicBezTo>
                    <a:pt x="1631598" y="437187"/>
                    <a:pt x="1604725" y="416933"/>
                    <a:pt x="1604725" y="374405"/>
                  </a:cubicBezTo>
                  <a:lnTo>
                    <a:pt x="1604725" y="201670"/>
                  </a:lnTo>
                  <a:lnTo>
                    <a:pt x="1551045" y="201670"/>
                  </a:lnTo>
                  <a:lnTo>
                    <a:pt x="1551045" y="358726"/>
                  </a:lnTo>
                  <a:cubicBezTo>
                    <a:pt x="1551045" y="414375"/>
                    <a:pt x="1525452" y="437187"/>
                    <a:pt x="1469819" y="437187"/>
                  </a:cubicBezTo>
                  <a:cubicBezTo>
                    <a:pt x="1469819" y="437187"/>
                    <a:pt x="1469684" y="437187"/>
                    <a:pt x="1469617" y="437187"/>
                  </a:cubicBezTo>
                  <a:cubicBezTo>
                    <a:pt x="1469549" y="437187"/>
                    <a:pt x="1469415" y="437187"/>
                    <a:pt x="1469213" y="437187"/>
                  </a:cubicBezTo>
                  <a:cubicBezTo>
                    <a:pt x="1416746" y="437187"/>
                    <a:pt x="1399099" y="412962"/>
                    <a:pt x="1399099" y="368483"/>
                  </a:cubicBezTo>
                  <a:lnTo>
                    <a:pt x="1399099" y="201603"/>
                  </a:lnTo>
                  <a:lnTo>
                    <a:pt x="1345353" y="201603"/>
                  </a:lnTo>
                  <a:lnTo>
                    <a:pt x="1345353" y="358659"/>
                  </a:lnTo>
                  <a:cubicBezTo>
                    <a:pt x="1345353" y="388065"/>
                    <a:pt x="1339493" y="437120"/>
                    <a:pt x="1291673" y="437120"/>
                  </a:cubicBezTo>
                  <a:cubicBezTo>
                    <a:pt x="1255640" y="437120"/>
                    <a:pt x="1231393" y="415587"/>
                    <a:pt x="1231393" y="374338"/>
                  </a:cubicBezTo>
                  <a:lnTo>
                    <a:pt x="1231393" y="262433"/>
                  </a:lnTo>
                  <a:lnTo>
                    <a:pt x="1177647" y="262433"/>
                  </a:lnTo>
                  <a:lnTo>
                    <a:pt x="1177647" y="365186"/>
                  </a:lnTo>
                  <a:cubicBezTo>
                    <a:pt x="1177647" y="403811"/>
                    <a:pt x="1165186" y="437120"/>
                    <a:pt x="1119993" y="437120"/>
                  </a:cubicBezTo>
                  <a:cubicBezTo>
                    <a:pt x="1083960" y="437120"/>
                    <a:pt x="1059714" y="415587"/>
                    <a:pt x="1059714" y="374338"/>
                  </a:cubicBezTo>
                  <a:lnTo>
                    <a:pt x="1059714" y="262433"/>
                  </a:lnTo>
                  <a:lnTo>
                    <a:pt x="1006034" y="262433"/>
                  </a:lnTo>
                  <a:lnTo>
                    <a:pt x="1006034" y="365186"/>
                  </a:lnTo>
                  <a:cubicBezTo>
                    <a:pt x="1006034" y="403811"/>
                    <a:pt x="993574" y="437120"/>
                    <a:pt x="948381" y="437120"/>
                  </a:cubicBezTo>
                  <a:lnTo>
                    <a:pt x="663483" y="437120"/>
                  </a:lnTo>
                  <a:lnTo>
                    <a:pt x="663483" y="201535"/>
                  </a:lnTo>
                  <a:lnTo>
                    <a:pt x="609803" y="201535"/>
                  </a:lnTo>
                  <a:lnTo>
                    <a:pt x="609803" y="467872"/>
                  </a:lnTo>
                  <a:cubicBezTo>
                    <a:pt x="609803" y="525472"/>
                    <a:pt x="592090" y="549697"/>
                    <a:pt x="550197" y="549697"/>
                  </a:cubicBezTo>
                  <a:cubicBezTo>
                    <a:pt x="540364" y="549697"/>
                    <a:pt x="530530" y="549024"/>
                    <a:pt x="520764" y="547073"/>
                  </a:cubicBezTo>
                  <a:lnTo>
                    <a:pt x="513558" y="591619"/>
                  </a:lnTo>
                  <a:cubicBezTo>
                    <a:pt x="526018" y="594176"/>
                    <a:pt x="541105" y="595522"/>
                    <a:pt x="553565" y="595522"/>
                  </a:cubicBezTo>
                  <a:cubicBezTo>
                    <a:pt x="624284" y="595522"/>
                    <a:pt x="657691" y="557570"/>
                    <a:pt x="662944" y="480993"/>
                  </a:cubicBezTo>
                  <a:lnTo>
                    <a:pt x="954375" y="480993"/>
                  </a:lnTo>
                  <a:cubicBezTo>
                    <a:pt x="1010681" y="480993"/>
                    <a:pt x="1034322" y="455423"/>
                    <a:pt x="1045435" y="439139"/>
                  </a:cubicBezTo>
                  <a:cubicBezTo>
                    <a:pt x="1059175" y="464642"/>
                    <a:pt x="1086722" y="480993"/>
                    <a:pt x="1125988" y="480993"/>
                  </a:cubicBezTo>
                  <a:cubicBezTo>
                    <a:pt x="1182294" y="480993"/>
                    <a:pt x="1205867" y="455423"/>
                    <a:pt x="1217047" y="439139"/>
                  </a:cubicBezTo>
                  <a:cubicBezTo>
                    <a:pt x="1230787" y="464642"/>
                    <a:pt x="1262173" y="480993"/>
                    <a:pt x="1301507" y="480993"/>
                  </a:cubicBezTo>
                  <a:cubicBezTo>
                    <a:pt x="1344073" y="480993"/>
                    <a:pt x="1368926" y="462690"/>
                    <a:pt x="1382733" y="438466"/>
                  </a:cubicBezTo>
                  <a:cubicBezTo>
                    <a:pt x="1401726" y="469218"/>
                    <a:pt x="1437759" y="480993"/>
                    <a:pt x="1477699" y="480993"/>
                  </a:cubicBezTo>
                  <a:cubicBezTo>
                    <a:pt x="1477834" y="480993"/>
                    <a:pt x="1477834" y="480993"/>
                    <a:pt x="1477901" y="480993"/>
                  </a:cubicBezTo>
                  <a:cubicBezTo>
                    <a:pt x="1478036" y="480993"/>
                    <a:pt x="1478170" y="480993"/>
                    <a:pt x="1478372" y="480993"/>
                  </a:cubicBezTo>
                  <a:cubicBezTo>
                    <a:pt x="1532052" y="480993"/>
                    <a:pt x="1568759" y="466593"/>
                    <a:pt x="1588358" y="437120"/>
                  </a:cubicBezTo>
                  <a:cubicBezTo>
                    <a:pt x="1605600" y="466660"/>
                    <a:pt x="1639545" y="479244"/>
                    <a:pt x="1677801" y="480657"/>
                  </a:cubicBezTo>
                  <a:cubicBezTo>
                    <a:pt x="1680091" y="480859"/>
                    <a:pt x="1682583" y="480993"/>
                    <a:pt x="1685277" y="480993"/>
                  </a:cubicBezTo>
                  <a:lnTo>
                    <a:pt x="1685277" y="480993"/>
                  </a:lnTo>
                  <a:cubicBezTo>
                    <a:pt x="1769736" y="480993"/>
                    <a:pt x="1812303" y="443714"/>
                    <a:pt x="1812303" y="368416"/>
                  </a:cubicBezTo>
                  <a:lnTo>
                    <a:pt x="1812303" y="0"/>
                  </a:lnTo>
                  <a:lnTo>
                    <a:pt x="1758623" y="0"/>
                  </a:lnTo>
                  <a:lnTo>
                    <a:pt x="1758623" y="358659"/>
                  </a:lnTo>
                  <a:close/>
                  <a:moveTo>
                    <a:pt x="1923703" y="481061"/>
                  </a:moveTo>
                  <a:lnTo>
                    <a:pt x="1977449" y="481061"/>
                  </a:lnTo>
                  <a:lnTo>
                    <a:pt x="1977449" y="67"/>
                  </a:lnTo>
                  <a:lnTo>
                    <a:pt x="1923703" y="67"/>
                  </a:lnTo>
                  <a:lnTo>
                    <a:pt x="1923703" y="48106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/>
            </a:p>
          </p:txBody>
        </p:sp>
        <p:sp>
          <p:nvSpPr>
            <p:cNvPr id="39" name="Freeform 82">
              <a:extLst>
                <a:ext uri="{FF2B5EF4-FFF2-40B4-BE49-F238E27FC236}">
                  <a16:creationId xmlns:a16="http://schemas.microsoft.com/office/drawing/2014/main" id="{D1F6064B-ED0E-3E61-7005-D7293C432E3C}"/>
                </a:ext>
              </a:extLst>
            </p:cNvPr>
            <p:cNvSpPr/>
            <p:nvPr/>
          </p:nvSpPr>
          <p:spPr>
            <a:xfrm>
              <a:off x="2869847" y="2365640"/>
              <a:ext cx="2493499" cy="595589"/>
            </a:xfrm>
            <a:custGeom>
              <a:avLst/>
              <a:gdLst>
                <a:gd name="csX0" fmla="*/ 256206 w 2493499"/>
                <a:gd name="csY0" fmla="*/ 331137 h 595589"/>
                <a:gd name="csX1" fmla="*/ 256206 w 2493499"/>
                <a:gd name="csY1" fmla="*/ 368416 h 595589"/>
                <a:gd name="csX2" fmla="*/ 139553 w 2493499"/>
                <a:gd name="csY2" fmla="*/ 480993 h 595589"/>
                <a:gd name="csX3" fmla="*/ 0 w 2493499"/>
                <a:gd name="csY3" fmla="*/ 480993 h 595589"/>
                <a:gd name="csX4" fmla="*/ 0 w 2493499"/>
                <a:gd name="csY4" fmla="*/ 437120 h 595589"/>
                <a:gd name="csX5" fmla="*/ 127093 w 2493499"/>
                <a:gd name="csY5" fmla="*/ 437120 h 595589"/>
                <a:gd name="csX6" fmla="*/ 202392 w 2493499"/>
                <a:gd name="csY6" fmla="*/ 358659 h 595589"/>
                <a:gd name="csX7" fmla="*/ 202392 w 2493499"/>
                <a:gd name="csY7" fmla="*/ 343586 h 595589"/>
                <a:gd name="csX8" fmla="*/ 88433 w 2493499"/>
                <a:gd name="csY8" fmla="*/ 245409 h 595589"/>
                <a:gd name="csX9" fmla="*/ 41219 w 2493499"/>
                <a:gd name="csY9" fmla="*/ 245409 h 595589"/>
                <a:gd name="csX10" fmla="*/ 41219 w 2493499"/>
                <a:gd name="csY10" fmla="*/ 201603 h 595589"/>
                <a:gd name="csX11" fmla="*/ 106147 w 2493499"/>
                <a:gd name="csY11" fmla="*/ 201603 h 595589"/>
                <a:gd name="csX12" fmla="*/ 256139 w 2493499"/>
                <a:gd name="csY12" fmla="*/ 331204 h 595589"/>
                <a:gd name="csX13" fmla="*/ 382626 w 2493499"/>
                <a:gd name="csY13" fmla="*/ 467939 h 595589"/>
                <a:gd name="csX14" fmla="*/ 323019 w 2493499"/>
                <a:gd name="csY14" fmla="*/ 549764 h 595589"/>
                <a:gd name="csX15" fmla="*/ 293519 w 2493499"/>
                <a:gd name="csY15" fmla="*/ 547140 h 595589"/>
                <a:gd name="csX16" fmla="*/ 286313 w 2493499"/>
                <a:gd name="csY16" fmla="*/ 591686 h 595589"/>
                <a:gd name="csX17" fmla="*/ 326320 w 2493499"/>
                <a:gd name="csY17" fmla="*/ 595589 h 595589"/>
                <a:gd name="csX18" fmla="*/ 436305 w 2493499"/>
                <a:gd name="csY18" fmla="*/ 460806 h 595589"/>
                <a:gd name="csX19" fmla="*/ 436305 w 2493499"/>
                <a:gd name="csY19" fmla="*/ 201670 h 595589"/>
                <a:gd name="csX20" fmla="*/ 382626 w 2493499"/>
                <a:gd name="csY20" fmla="*/ 201670 h 595589"/>
                <a:gd name="csX21" fmla="*/ 382626 w 2493499"/>
                <a:gd name="csY21" fmla="*/ 468006 h 595589"/>
                <a:gd name="csX22" fmla="*/ 544405 w 2493499"/>
                <a:gd name="csY22" fmla="*/ 480993 h 595589"/>
                <a:gd name="csX23" fmla="*/ 598152 w 2493499"/>
                <a:gd name="csY23" fmla="*/ 480993 h 595589"/>
                <a:gd name="csX24" fmla="*/ 598152 w 2493499"/>
                <a:gd name="csY24" fmla="*/ 0 h 595589"/>
                <a:gd name="csX25" fmla="*/ 544405 w 2493499"/>
                <a:gd name="csY25" fmla="*/ 0 h 595589"/>
                <a:gd name="csX26" fmla="*/ 544405 w 2493499"/>
                <a:gd name="csY26" fmla="*/ 480993 h 595589"/>
                <a:gd name="csX27" fmla="*/ 2274673 w 2493499"/>
                <a:gd name="csY27" fmla="*/ 0 h 595589"/>
                <a:gd name="csX28" fmla="*/ 2328420 w 2493499"/>
                <a:gd name="csY28" fmla="*/ 0 h 595589"/>
                <a:gd name="csX29" fmla="*/ 2328420 w 2493499"/>
                <a:gd name="csY29" fmla="*/ 368416 h 595589"/>
                <a:gd name="csX30" fmla="*/ 2201327 w 2493499"/>
                <a:gd name="csY30" fmla="*/ 480993 h 595589"/>
                <a:gd name="csX31" fmla="*/ 2099828 w 2493499"/>
                <a:gd name="csY31" fmla="*/ 430593 h 595589"/>
                <a:gd name="csX32" fmla="*/ 1996982 w 2493499"/>
                <a:gd name="csY32" fmla="*/ 483618 h 595589"/>
                <a:gd name="csX33" fmla="*/ 1887535 w 2493499"/>
                <a:gd name="csY33" fmla="*/ 438466 h 595589"/>
                <a:gd name="csX34" fmla="*/ 1816142 w 2493499"/>
                <a:gd name="csY34" fmla="*/ 480993 h 595589"/>
                <a:gd name="csX35" fmla="*/ 941915 w 2493499"/>
                <a:gd name="csY35" fmla="*/ 480993 h 595589"/>
                <a:gd name="csX36" fmla="*/ 808963 w 2493499"/>
                <a:gd name="csY36" fmla="*/ 595522 h 595589"/>
                <a:gd name="csX37" fmla="*/ 725110 w 2493499"/>
                <a:gd name="csY37" fmla="*/ 585092 h 595589"/>
                <a:gd name="csX38" fmla="*/ 732922 w 2493499"/>
                <a:gd name="csY38" fmla="*/ 543237 h 595589"/>
                <a:gd name="csX39" fmla="*/ 806269 w 2493499"/>
                <a:gd name="csY39" fmla="*/ 553734 h 595589"/>
                <a:gd name="csX40" fmla="*/ 888169 w 2493499"/>
                <a:gd name="csY40" fmla="*/ 481061 h 595589"/>
                <a:gd name="csX41" fmla="*/ 843582 w 2493499"/>
                <a:gd name="csY41" fmla="*/ 481061 h 595589"/>
                <a:gd name="csX42" fmla="*/ 676549 w 2493499"/>
                <a:gd name="csY42" fmla="*/ 347556 h 595589"/>
                <a:gd name="csX43" fmla="*/ 816708 w 2493499"/>
                <a:gd name="csY43" fmla="*/ 197700 h 595589"/>
                <a:gd name="csX44" fmla="*/ 943195 w 2493499"/>
                <a:gd name="csY44" fmla="*/ 325956 h 595589"/>
                <a:gd name="csX45" fmla="*/ 943195 w 2493499"/>
                <a:gd name="csY45" fmla="*/ 437187 h 595589"/>
                <a:gd name="csX46" fmla="*/ 1800382 w 2493499"/>
                <a:gd name="csY46" fmla="*/ 437187 h 595589"/>
                <a:gd name="csX47" fmla="*/ 1852781 w 2493499"/>
                <a:gd name="csY47" fmla="*/ 382884 h 595589"/>
                <a:gd name="csX48" fmla="*/ 1994893 w 2493499"/>
                <a:gd name="csY48" fmla="*/ 197700 h 595589"/>
                <a:gd name="csX49" fmla="*/ 2126567 w 2493499"/>
                <a:gd name="csY49" fmla="*/ 337126 h 595589"/>
                <a:gd name="csX50" fmla="*/ 2120640 w 2493499"/>
                <a:gd name="csY50" fmla="*/ 384902 h 595589"/>
                <a:gd name="csX51" fmla="*/ 2192706 w 2493499"/>
                <a:gd name="csY51" fmla="*/ 437254 h 595589"/>
                <a:gd name="csX52" fmla="*/ 2274538 w 2493499"/>
                <a:gd name="csY52" fmla="*/ 358793 h 595589"/>
                <a:gd name="csX53" fmla="*/ 2274538 w 2493499"/>
                <a:gd name="csY53" fmla="*/ 135 h 595589"/>
                <a:gd name="csX54" fmla="*/ 888909 w 2493499"/>
                <a:gd name="csY54" fmla="*/ 344932 h 595589"/>
                <a:gd name="csX55" fmla="*/ 812263 w 2493499"/>
                <a:gd name="csY55" fmla="*/ 242852 h 595589"/>
                <a:gd name="csX56" fmla="*/ 732384 w 2493499"/>
                <a:gd name="csY56" fmla="*/ 344932 h 595589"/>
                <a:gd name="csX57" fmla="*/ 848363 w 2493499"/>
                <a:gd name="csY57" fmla="*/ 437187 h 595589"/>
                <a:gd name="csX58" fmla="*/ 888977 w 2493499"/>
                <a:gd name="csY58" fmla="*/ 437187 h 595589"/>
                <a:gd name="csX59" fmla="*/ 888977 w 2493499"/>
                <a:gd name="csY59" fmla="*/ 344932 h 595589"/>
                <a:gd name="csX60" fmla="*/ 2072281 w 2493499"/>
                <a:gd name="csY60" fmla="*/ 339616 h 595589"/>
                <a:gd name="csX61" fmla="*/ 1994287 w 2493499"/>
                <a:gd name="csY61" fmla="*/ 243457 h 595589"/>
                <a:gd name="csX62" fmla="*/ 1901948 w 2493499"/>
                <a:gd name="csY62" fmla="*/ 391295 h 595589"/>
                <a:gd name="csX63" fmla="*/ 1998935 w 2493499"/>
                <a:gd name="csY63" fmla="*/ 437793 h 595589"/>
                <a:gd name="csX64" fmla="*/ 2072281 w 2493499"/>
                <a:gd name="csY64" fmla="*/ 339548 h 595589"/>
                <a:gd name="csX65" fmla="*/ 2439753 w 2493499"/>
                <a:gd name="csY65" fmla="*/ 480993 h 595589"/>
                <a:gd name="csX66" fmla="*/ 2493499 w 2493499"/>
                <a:gd name="csY66" fmla="*/ 480993 h 595589"/>
                <a:gd name="csX67" fmla="*/ 2493499 w 2493499"/>
                <a:gd name="csY67" fmla="*/ 0 h 595589"/>
                <a:gd name="csX68" fmla="*/ 2439753 w 2493499"/>
                <a:gd name="csY68" fmla="*/ 0 h 595589"/>
                <a:gd name="csX69" fmla="*/ 2439753 w 2493499"/>
                <a:gd name="csY69" fmla="*/ 480993 h 595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93499" h="595589">
                  <a:moveTo>
                    <a:pt x="256206" y="331137"/>
                  </a:moveTo>
                  <a:lnTo>
                    <a:pt x="256206" y="368416"/>
                  </a:lnTo>
                  <a:cubicBezTo>
                    <a:pt x="256206" y="444320"/>
                    <a:pt x="223406" y="480993"/>
                    <a:pt x="139553" y="480993"/>
                  </a:cubicBezTo>
                  <a:lnTo>
                    <a:pt x="0" y="480993"/>
                  </a:lnTo>
                  <a:lnTo>
                    <a:pt x="0" y="437120"/>
                  </a:lnTo>
                  <a:lnTo>
                    <a:pt x="127093" y="437120"/>
                  </a:lnTo>
                  <a:cubicBezTo>
                    <a:pt x="185352" y="437120"/>
                    <a:pt x="202392" y="414241"/>
                    <a:pt x="202392" y="358659"/>
                  </a:cubicBezTo>
                  <a:lnTo>
                    <a:pt x="202392" y="343586"/>
                  </a:lnTo>
                  <a:cubicBezTo>
                    <a:pt x="202392" y="283361"/>
                    <a:pt x="180099" y="245409"/>
                    <a:pt x="88433" y="245409"/>
                  </a:cubicBezTo>
                  <a:lnTo>
                    <a:pt x="41219" y="245409"/>
                  </a:lnTo>
                  <a:lnTo>
                    <a:pt x="41219" y="201603"/>
                  </a:lnTo>
                  <a:lnTo>
                    <a:pt x="106147" y="201603"/>
                  </a:lnTo>
                  <a:cubicBezTo>
                    <a:pt x="211552" y="201603"/>
                    <a:pt x="256139" y="252676"/>
                    <a:pt x="256139" y="331204"/>
                  </a:cubicBezTo>
                  <a:moveTo>
                    <a:pt x="382626" y="467939"/>
                  </a:moveTo>
                  <a:cubicBezTo>
                    <a:pt x="382626" y="525540"/>
                    <a:pt x="364912" y="549764"/>
                    <a:pt x="323019" y="549764"/>
                  </a:cubicBezTo>
                  <a:cubicBezTo>
                    <a:pt x="313186" y="549764"/>
                    <a:pt x="303353" y="549091"/>
                    <a:pt x="293519" y="547140"/>
                  </a:cubicBezTo>
                  <a:lnTo>
                    <a:pt x="286313" y="591686"/>
                  </a:lnTo>
                  <a:cubicBezTo>
                    <a:pt x="298773" y="594243"/>
                    <a:pt x="313860" y="595589"/>
                    <a:pt x="326320" y="595589"/>
                  </a:cubicBezTo>
                  <a:cubicBezTo>
                    <a:pt x="402966" y="595589"/>
                    <a:pt x="436305" y="550437"/>
                    <a:pt x="436305" y="460806"/>
                  </a:cubicBezTo>
                  <a:lnTo>
                    <a:pt x="436305" y="201670"/>
                  </a:lnTo>
                  <a:lnTo>
                    <a:pt x="382626" y="201670"/>
                  </a:lnTo>
                  <a:lnTo>
                    <a:pt x="382626" y="468006"/>
                  </a:lnTo>
                  <a:close/>
                  <a:moveTo>
                    <a:pt x="544405" y="480993"/>
                  </a:moveTo>
                  <a:lnTo>
                    <a:pt x="598152" y="480993"/>
                  </a:lnTo>
                  <a:lnTo>
                    <a:pt x="598152" y="0"/>
                  </a:lnTo>
                  <a:lnTo>
                    <a:pt x="544405" y="0"/>
                  </a:lnTo>
                  <a:lnTo>
                    <a:pt x="544405" y="480993"/>
                  </a:lnTo>
                  <a:close/>
                  <a:moveTo>
                    <a:pt x="2274673" y="0"/>
                  </a:moveTo>
                  <a:lnTo>
                    <a:pt x="2328420" y="0"/>
                  </a:lnTo>
                  <a:lnTo>
                    <a:pt x="2328420" y="368416"/>
                  </a:lnTo>
                  <a:cubicBezTo>
                    <a:pt x="2328420" y="443647"/>
                    <a:pt x="2285853" y="480993"/>
                    <a:pt x="2201327" y="480993"/>
                  </a:cubicBezTo>
                  <a:cubicBezTo>
                    <a:pt x="2159434" y="480993"/>
                    <a:pt x="2118821" y="470496"/>
                    <a:pt x="2099828" y="430593"/>
                  </a:cubicBezTo>
                  <a:cubicBezTo>
                    <a:pt x="2076928" y="463969"/>
                    <a:pt x="2041501" y="483618"/>
                    <a:pt x="1996982" y="483618"/>
                  </a:cubicBezTo>
                  <a:cubicBezTo>
                    <a:pt x="1962295" y="483618"/>
                    <a:pt x="1926262" y="471842"/>
                    <a:pt x="1887535" y="438466"/>
                  </a:cubicBezTo>
                  <a:cubicBezTo>
                    <a:pt x="1877702" y="461344"/>
                    <a:pt x="1859988" y="480993"/>
                    <a:pt x="1816142" y="480993"/>
                  </a:cubicBezTo>
                  <a:lnTo>
                    <a:pt x="941915" y="480993"/>
                  </a:lnTo>
                  <a:cubicBezTo>
                    <a:pt x="934709" y="547073"/>
                    <a:pt x="899349" y="595522"/>
                    <a:pt x="808963" y="595522"/>
                  </a:cubicBezTo>
                  <a:cubicBezTo>
                    <a:pt x="782763" y="595522"/>
                    <a:pt x="750636" y="590946"/>
                    <a:pt x="725110" y="585092"/>
                  </a:cubicBezTo>
                  <a:lnTo>
                    <a:pt x="732922" y="543237"/>
                  </a:lnTo>
                  <a:cubicBezTo>
                    <a:pt x="753263" y="547813"/>
                    <a:pt x="780810" y="553734"/>
                    <a:pt x="806269" y="553734"/>
                  </a:cubicBezTo>
                  <a:cubicBezTo>
                    <a:pt x="858669" y="553734"/>
                    <a:pt x="884868" y="531461"/>
                    <a:pt x="888169" y="481061"/>
                  </a:cubicBezTo>
                  <a:lnTo>
                    <a:pt x="843582" y="481061"/>
                  </a:lnTo>
                  <a:cubicBezTo>
                    <a:pt x="706723" y="481061"/>
                    <a:pt x="676549" y="413635"/>
                    <a:pt x="676549" y="347556"/>
                  </a:cubicBezTo>
                  <a:cubicBezTo>
                    <a:pt x="676549" y="260549"/>
                    <a:pt x="734202" y="197700"/>
                    <a:pt x="816708" y="197700"/>
                  </a:cubicBezTo>
                  <a:cubicBezTo>
                    <a:pt x="899214" y="197700"/>
                    <a:pt x="943195" y="246822"/>
                    <a:pt x="943195" y="325956"/>
                  </a:cubicBezTo>
                  <a:lnTo>
                    <a:pt x="943195" y="437187"/>
                  </a:lnTo>
                  <a:lnTo>
                    <a:pt x="1800382" y="437187"/>
                  </a:lnTo>
                  <a:cubicBezTo>
                    <a:pt x="1827188" y="437187"/>
                    <a:pt x="1850828" y="417538"/>
                    <a:pt x="1852781" y="382884"/>
                  </a:cubicBezTo>
                  <a:cubicBezTo>
                    <a:pt x="1858641" y="263106"/>
                    <a:pt x="1905181" y="197700"/>
                    <a:pt x="1994893" y="197700"/>
                  </a:cubicBezTo>
                  <a:cubicBezTo>
                    <a:pt x="2095787" y="197700"/>
                    <a:pt x="2126567" y="270979"/>
                    <a:pt x="2126567" y="337126"/>
                  </a:cubicBezTo>
                  <a:cubicBezTo>
                    <a:pt x="2126567" y="354150"/>
                    <a:pt x="2124546" y="369829"/>
                    <a:pt x="2120640" y="384902"/>
                  </a:cubicBezTo>
                  <a:cubicBezTo>
                    <a:pt x="2123940" y="423527"/>
                    <a:pt x="2152766" y="437254"/>
                    <a:pt x="2192706" y="437254"/>
                  </a:cubicBezTo>
                  <a:cubicBezTo>
                    <a:pt x="2247732" y="437254"/>
                    <a:pt x="2274538" y="414375"/>
                    <a:pt x="2274538" y="358793"/>
                  </a:cubicBezTo>
                  <a:lnTo>
                    <a:pt x="2274538" y="135"/>
                  </a:lnTo>
                  <a:close/>
                  <a:moveTo>
                    <a:pt x="888909" y="344932"/>
                  </a:moveTo>
                  <a:cubicBezTo>
                    <a:pt x="888909" y="285380"/>
                    <a:pt x="868569" y="242852"/>
                    <a:pt x="812263" y="242852"/>
                  </a:cubicBezTo>
                  <a:cubicBezTo>
                    <a:pt x="784110" y="242852"/>
                    <a:pt x="732384" y="257252"/>
                    <a:pt x="732384" y="344932"/>
                  </a:cubicBezTo>
                  <a:cubicBezTo>
                    <a:pt x="732384" y="421508"/>
                    <a:pt x="780271" y="437187"/>
                    <a:pt x="848363" y="437187"/>
                  </a:cubicBezTo>
                  <a:lnTo>
                    <a:pt x="888977" y="437187"/>
                  </a:lnTo>
                  <a:lnTo>
                    <a:pt x="888977" y="344932"/>
                  </a:lnTo>
                  <a:close/>
                  <a:moveTo>
                    <a:pt x="2072281" y="339616"/>
                  </a:moveTo>
                  <a:cubicBezTo>
                    <a:pt x="2072281" y="273536"/>
                    <a:pt x="2043454" y="243457"/>
                    <a:pt x="1994287" y="243457"/>
                  </a:cubicBezTo>
                  <a:cubicBezTo>
                    <a:pt x="1945121" y="243457"/>
                    <a:pt x="1907808" y="291839"/>
                    <a:pt x="1901948" y="391295"/>
                  </a:cubicBezTo>
                  <a:cubicBezTo>
                    <a:pt x="1935422" y="422047"/>
                    <a:pt x="1962295" y="437793"/>
                    <a:pt x="1998935" y="437793"/>
                  </a:cubicBezTo>
                  <a:cubicBezTo>
                    <a:pt x="2059215" y="437793"/>
                    <a:pt x="2072281" y="378846"/>
                    <a:pt x="2072281" y="339548"/>
                  </a:cubicBezTo>
                  <a:moveTo>
                    <a:pt x="2439753" y="480993"/>
                  </a:moveTo>
                  <a:lnTo>
                    <a:pt x="2493499" y="480993"/>
                  </a:lnTo>
                  <a:lnTo>
                    <a:pt x="2493499" y="0"/>
                  </a:lnTo>
                  <a:lnTo>
                    <a:pt x="2439753" y="0"/>
                  </a:lnTo>
                  <a:lnTo>
                    <a:pt x="2439753" y="480993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0" name="Freeform 83">
              <a:extLst>
                <a:ext uri="{FF2B5EF4-FFF2-40B4-BE49-F238E27FC236}">
                  <a16:creationId xmlns:a16="http://schemas.microsoft.com/office/drawing/2014/main" id="{2BBB08F8-4DE3-BE37-D41B-2D84391D5A1E}"/>
                </a:ext>
              </a:extLst>
            </p:cNvPr>
            <p:cNvSpPr/>
            <p:nvPr/>
          </p:nvSpPr>
          <p:spPr>
            <a:xfrm>
              <a:off x="651346" y="3146615"/>
              <a:ext cx="1794387" cy="362696"/>
            </a:xfrm>
            <a:custGeom>
              <a:avLst/>
              <a:gdLst>
                <a:gd name="csX0" fmla="*/ 0 w 1794387"/>
                <a:gd name="csY0" fmla="*/ 67 h 362696"/>
                <a:gd name="csX1" fmla="*/ 43509 w 1794387"/>
                <a:gd name="csY1" fmla="*/ 67 h 362696"/>
                <a:gd name="csX2" fmla="*/ 43509 w 1794387"/>
                <a:gd name="csY2" fmla="*/ 154903 h 362696"/>
                <a:gd name="csX3" fmla="*/ 215459 w 1794387"/>
                <a:gd name="csY3" fmla="*/ 154903 h 362696"/>
                <a:gd name="csX4" fmla="*/ 215459 w 1794387"/>
                <a:gd name="csY4" fmla="*/ 67 h 362696"/>
                <a:gd name="csX5" fmla="*/ 258968 w 1794387"/>
                <a:gd name="csY5" fmla="*/ 67 h 362696"/>
                <a:gd name="csX6" fmla="*/ 258968 w 1794387"/>
                <a:gd name="csY6" fmla="*/ 356640 h 362696"/>
                <a:gd name="csX7" fmla="*/ 215459 w 1794387"/>
                <a:gd name="csY7" fmla="*/ 356640 h 362696"/>
                <a:gd name="csX8" fmla="*/ 215459 w 1794387"/>
                <a:gd name="csY8" fmla="*/ 191375 h 362696"/>
                <a:gd name="csX9" fmla="*/ 43509 w 1794387"/>
                <a:gd name="csY9" fmla="*/ 191375 h 362696"/>
                <a:gd name="csX10" fmla="*/ 43509 w 1794387"/>
                <a:gd name="csY10" fmla="*/ 356640 h 362696"/>
                <a:gd name="csX11" fmla="*/ 0 w 1794387"/>
                <a:gd name="csY11" fmla="*/ 356640 h 362696"/>
                <a:gd name="csX12" fmla="*/ 0 w 1794387"/>
                <a:gd name="csY12" fmla="*/ 67 h 362696"/>
                <a:gd name="csX13" fmla="*/ 604348 w 1794387"/>
                <a:gd name="csY13" fmla="*/ 251330 h 362696"/>
                <a:gd name="csX14" fmla="*/ 472877 w 1794387"/>
                <a:gd name="csY14" fmla="*/ 362696 h 362696"/>
                <a:gd name="csX15" fmla="*/ 341945 w 1794387"/>
                <a:gd name="csY15" fmla="*/ 251330 h 362696"/>
                <a:gd name="csX16" fmla="*/ 341945 w 1794387"/>
                <a:gd name="csY16" fmla="*/ 67 h 362696"/>
                <a:gd name="csX17" fmla="*/ 385454 w 1794387"/>
                <a:gd name="csY17" fmla="*/ 67 h 362696"/>
                <a:gd name="csX18" fmla="*/ 385454 w 1794387"/>
                <a:gd name="csY18" fmla="*/ 246822 h 362696"/>
                <a:gd name="csX19" fmla="*/ 472406 w 1794387"/>
                <a:gd name="csY19" fmla="*/ 326225 h 362696"/>
                <a:gd name="csX20" fmla="*/ 560906 w 1794387"/>
                <a:gd name="csY20" fmla="*/ 246822 h 362696"/>
                <a:gd name="csX21" fmla="*/ 560906 w 1794387"/>
                <a:gd name="csY21" fmla="*/ 67 h 362696"/>
                <a:gd name="csX22" fmla="*/ 604415 w 1794387"/>
                <a:gd name="csY22" fmla="*/ 67 h 362696"/>
                <a:gd name="csX23" fmla="*/ 604415 w 1794387"/>
                <a:gd name="csY23" fmla="*/ 251330 h 362696"/>
                <a:gd name="csX24" fmla="*/ 859207 w 1794387"/>
                <a:gd name="csY24" fmla="*/ 317208 h 362696"/>
                <a:gd name="csX25" fmla="*/ 860217 w 1794387"/>
                <a:gd name="csY25" fmla="*/ 317208 h 362696"/>
                <a:gd name="csX26" fmla="*/ 960706 w 1794387"/>
                <a:gd name="csY26" fmla="*/ 0 h 362696"/>
                <a:gd name="csX27" fmla="*/ 1035197 w 1794387"/>
                <a:gd name="csY27" fmla="*/ 0 h 362696"/>
                <a:gd name="csX28" fmla="*/ 1035197 w 1794387"/>
                <a:gd name="csY28" fmla="*/ 356573 h 362696"/>
                <a:gd name="csX29" fmla="*/ 993170 w 1794387"/>
                <a:gd name="csY29" fmla="*/ 356573 h 362696"/>
                <a:gd name="csX30" fmla="*/ 993170 w 1794387"/>
                <a:gd name="csY30" fmla="*/ 32905 h 362696"/>
                <a:gd name="csX31" fmla="*/ 992227 w 1794387"/>
                <a:gd name="csY31" fmla="*/ 32905 h 362696"/>
                <a:gd name="csX32" fmla="*/ 886283 w 1794387"/>
                <a:gd name="csY32" fmla="*/ 356573 h 362696"/>
                <a:gd name="csX33" fmla="*/ 831795 w 1794387"/>
                <a:gd name="csY33" fmla="*/ 356573 h 362696"/>
                <a:gd name="csX34" fmla="*/ 729286 w 1794387"/>
                <a:gd name="csY34" fmla="*/ 32905 h 362696"/>
                <a:gd name="csX35" fmla="*/ 728343 w 1794387"/>
                <a:gd name="csY35" fmla="*/ 32905 h 362696"/>
                <a:gd name="csX36" fmla="*/ 728343 w 1794387"/>
                <a:gd name="csY36" fmla="*/ 356573 h 362696"/>
                <a:gd name="csX37" fmla="*/ 687325 w 1794387"/>
                <a:gd name="csY37" fmla="*/ 356573 h 362696"/>
                <a:gd name="csX38" fmla="*/ 687325 w 1794387"/>
                <a:gd name="csY38" fmla="*/ 0 h 362696"/>
                <a:gd name="csX39" fmla="*/ 760806 w 1794387"/>
                <a:gd name="csY39" fmla="*/ 0 h 362696"/>
                <a:gd name="csX40" fmla="*/ 859275 w 1794387"/>
                <a:gd name="csY40" fmla="*/ 317208 h 362696"/>
                <a:gd name="csX41" fmla="*/ 1164648 w 1794387"/>
                <a:gd name="csY41" fmla="*/ 356640 h 362696"/>
                <a:gd name="csX42" fmla="*/ 1118108 w 1794387"/>
                <a:gd name="csY42" fmla="*/ 356640 h 362696"/>
                <a:gd name="csX43" fmla="*/ 1254091 w 1794387"/>
                <a:gd name="csY43" fmla="*/ 67 h 362696"/>
                <a:gd name="csX44" fmla="*/ 1312552 w 1794387"/>
                <a:gd name="csY44" fmla="*/ 67 h 362696"/>
                <a:gd name="csX45" fmla="*/ 1449075 w 1794387"/>
                <a:gd name="csY45" fmla="*/ 356640 h 362696"/>
                <a:gd name="csX46" fmla="*/ 1401591 w 1794387"/>
                <a:gd name="csY46" fmla="*/ 356640 h 362696"/>
                <a:gd name="csX47" fmla="*/ 1359564 w 1794387"/>
                <a:gd name="csY47" fmla="*/ 249783 h 362696"/>
                <a:gd name="csX48" fmla="*/ 1205126 w 1794387"/>
                <a:gd name="csY48" fmla="*/ 249783 h 362696"/>
                <a:gd name="csX49" fmla="*/ 1164648 w 1794387"/>
                <a:gd name="csY49" fmla="*/ 356640 h 362696"/>
                <a:gd name="csX50" fmla="*/ 1216105 w 1794387"/>
                <a:gd name="csY50" fmla="*/ 213311 h 362696"/>
                <a:gd name="csX51" fmla="*/ 1349124 w 1794387"/>
                <a:gd name="csY51" fmla="*/ 213311 h 362696"/>
                <a:gd name="csX52" fmla="*/ 1282581 w 1794387"/>
                <a:gd name="csY52" fmla="*/ 32972 h 362696"/>
                <a:gd name="csX53" fmla="*/ 1216105 w 1794387"/>
                <a:gd name="csY53" fmla="*/ 213311 h 362696"/>
                <a:gd name="csX54" fmla="*/ 1752427 w 1794387"/>
                <a:gd name="csY54" fmla="*/ 310681 h 362696"/>
                <a:gd name="csX55" fmla="*/ 1753370 w 1794387"/>
                <a:gd name="csY55" fmla="*/ 310681 h 362696"/>
                <a:gd name="csX56" fmla="*/ 1753370 w 1794387"/>
                <a:gd name="csY56" fmla="*/ 0 h 362696"/>
                <a:gd name="csX57" fmla="*/ 1794387 w 1794387"/>
                <a:gd name="csY57" fmla="*/ 0 h 362696"/>
                <a:gd name="csX58" fmla="*/ 1794387 w 1794387"/>
                <a:gd name="csY58" fmla="*/ 356573 h 362696"/>
                <a:gd name="csX59" fmla="*/ 1730403 w 1794387"/>
                <a:gd name="csY59" fmla="*/ 356573 h 362696"/>
                <a:gd name="csX60" fmla="*/ 1573945 w 1794387"/>
                <a:gd name="csY60" fmla="*/ 43470 h 362696"/>
                <a:gd name="csX61" fmla="*/ 1572934 w 1794387"/>
                <a:gd name="csY61" fmla="*/ 43470 h 362696"/>
                <a:gd name="csX62" fmla="*/ 1572934 w 1794387"/>
                <a:gd name="csY62" fmla="*/ 356573 h 362696"/>
                <a:gd name="csX63" fmla="*/ 1531985 w 1794387"/>
                <a:gd name="csY63" fmla="*/ 356573 h 362696"/>
                <a:gd name="csX64" fmla="*/ 1531985 w 1794387"/>
                <a:gd name="csY64" fmla="*/ 0 h 362696"/>
                <a:gd name="csX65" fmla="*/ 1597451 w 1794387"/>
                <a:gd name="csY65" fmla="*/ 0 h 362696"/>
                <a:gd name="csX66" fmla="*/ 1752427 w 1794387"/>
                <a:gd name="csY66" fmla="*/ 310681 h 362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794387" h="362696">
                  <a:moveTo>
                    <a:pt x="0" y="67"/>
                  </a:moveTo>
                  <a:lnTo>
                    <a:pt x="43509" y="67"/>
                  </a:lnTo>
                  <a:lnTo>
                    <a:pt x="43509" y="154903"/>
                  </a:lnTo>
                  <a:lnTo>
                    <a:pt x="215459" y="154903"/>
                  </a:lnTo>
                  <a:lnTo>
                    <a:pt x="215459" y="67"/>
                  </a:lnTo>
                  <a:lnTo>
                    <a:pt x="258968" y="67"/>
                  </a:lnTo>
                  <a:lnTo>
                    <a:pt x="258968" y="356640"/>
                  </a:lnTo>
                  <a:lnTo>
                    <a:pt x="215459" y="356640"/>
                  </a:lnTo>
                  <a:lnTo>
                    <a:pt x="215459" y="191375"/>
                  </a:lnTo>
                  <a:lnTo>
                    <a:pt x="43509" y="191375"/>
                  </a:lnTo>
                  <a:lnTo>
                    <a:pt x="43509" y="356640"/>
                  </a:lnTo>
                  <a:lnTo>
                    <a:pt x="0" y="356640"/>
                  </a:lnTo>
                  <a:lnTo>
                    <a:pt x="0" y="67"/>
                  </a:lnTo>
                  <a:close/>
                  <a:moveTo>
                    <a:pt x="604348" y="251330"/>
                  </a:moveTo>
                  <a:cubicBezTo>
                    <a:pt x="604348" y="316199"/>
                    <a:pt x="554844" y="362696"/>
                    <a:pt x="472877" y="362696"/>
                  </a:cubicBezTo>
                  <a:cubicBezTo>
                    <a:pt x="390910" y="362696"/>
                    <a:pt x="341945" y="316199"/>
                    <a:pt x="341945" y="251330"/>
                  </a:cubicBezTo>
                  <a:lnTo>
                    <a:pt x="341945" y="67"/>
                  </a:lnTo>
                  <a:lnTo>
                    <a:pt x="385454" y="67"/>
                  </a:lnTo>
                  <a:lnTo>
                    <a:pt x="385454" y="246822"/>
                  </a:lnTo>
                  <a:cubicBezTo>
                    <a:pt x="385454" y="298770"/>
                    <a:pt x="415426" y="326225"/>
                    <a:pt x="472406" y="326225"/>
                  </a:cubicBezTo>
                  <a:cubicBezTo>
                    <a:pt x="529385" y="326225"/>
                    <a:pt x="560906" y="293791"/>
                    <a:pt x="560906" y="246822"/>
                  </a:cubicBezTo>
                  <a:lnTo>
                    <a:pt x="560906" y="67"/>
                  </a:lnTo>
                  <a:lnTo>
                    <a:pt x="604415" y="67"/>
                  </a:lnTo>
                  <a:lnTo>
                    <a:pt x="604415" y="251330"/>
                  </a:lnTo>
                  <a:close/>
                  <a:moveTo>
                    <a:pt x="859207" y="317208"/>
                  </a:moveTo>
                  <a:lnTo>
                    <a:pt x="860217" y="317208"/>
                  </a:lnTo>
                  <a:lnTo>
                    <a:pt x="960706" y="0"/>
                  </a:lnTo>
                  <a:lnTo>
                    <a:pt x="1035197" y="0"/>
                  </a:lnTo>
                  <a:lnTo>
                    <a:pt x="1035197" y="356573"/>
                  </a:lnTo>
                  <a:lnTo>
                    <a:pt x="993170" y="356573"/>
                  </a:lnTo>
                  <a:lnTo>
                    <a:pt x="993170" y="32905"/>
                  </a:lnTo>
                  <a:lnTo>
                    <a:pt x="992227" y="32905"/>
                  </a:lnTo>
                  <a:lnTo>
                    <a:pt x="886283" y="356573"/>
                  </a:lnTo>
                  <a:lnTo>
                    <a:pt x="831795" y="356573"/>
                  </a:lnTo>
                  <a:lnTo>
                    <a:pt x="729286" y="32905"/>
                  </a:lnTo>
                  <a:lnTo>
                    <a:pt x="728343" y="32905"/>
                  </a:lnTo>
                  <a:lnTo>
                    <a:pt x="728343" y="356573"/>
                  </a:lnTo>
                  <a:lnTo>
                    <a:pt x="687325" y="356573"/>
                  </a:lnTo>
                  <a:lnTo>
                    <a:pt x="687325" y="0"/>
                  </a:lnTo>
                  <a:lnTo>
                    <a:pt x="760806" y="0"/>
                  </a:lnTo>
                  <a:lnTo>
                    <a:pt x="859275" y="317208"/>
                  </a:lnTo>
                  <a:close/>
                  <a:moveTo>
                    <a:pt x="1164648" y="356640"/>
                  </a:moveTo>
                  <a:lnTo>
                    <a:pt x="1118108" y="356640"/>
                  </a:lnTo>
                  <a:lnTo>
                    <a:pt x="1254091" y="67"/>
                  </a:lnTo>
                  <a:lnTo>
                    <a:pt x="1312552" y="67"/>
                  </a:lnTo>
                  <a:lnTo>
                    <a:pt x="1449075" y="356640"/>
                  </a:lnTo>
                  <a:lnTo>
                    <a:pt x="1401591" y="356640"/>
                  </a:lnTo>
                  <a:lnTo>
                    <a:pt x="1359564" y="249783"/>
                  </a:lnTo>
                  <a:lnTo>
                    <a:pt x="1205126" y="249783"/>
                  </a:lnTo>
                  <a:lnTo>
                    <a:pt x="1164648" y="356640"/>
                  </a:lnTo>
                  <a:close/>
                  <a:moveTo>
                    <a:pt x="1216105" y="213311"/>
                  </a:moveTo>
                  <a:lnTo>
                    <a:pt x="1349124" y="213311"/>
                  </a:lnTo>
                  <a:lnTo>
                    <a:pt x="1282581" y="32972"/>
                  </a:lnTo>
                  <a:lnTo>
                    <a:pt x="1216105" y="213311"/>
                  </a:lnTo>
                  <a:close/>
                  <a:moveTo>
                    <a:pt x="1752427" y="310681"/>
                  </a:moveTo>
                  <a:lnTo>
                    <a:pt x="1753370" y="310681"/>
                  </a:lnTo>
                  <a:lnTo>
                    <a:pt x="1753370" y="0"/>
                  </a:lnTo>
                  <a:lnTo>
                    <a:pt x="1794387" y="0"/>
                  </a:lnTo>
                  <a:lnTo>
                    <a:pt x="1794387" y="356573"/>
                  </a:lnTo>
                  <a:lnTo>
                    <a:pt x="1730403" y="356573"/>
                  </a:lnTo>
                  <a:lnTo>
                    <a:pt x="1573945" y="43470"/>
                  </a:lnTo>
                  <a:lnTo>
                    <a:pt x="1572934" y="43470"/>
                  </a:lnTo>
                  <a:lnTo>
                    <a:pt x="1572934" y="356573"/>
                  </a:lnTo>
                  <a:lnTo>
                    <a:pt x="1531985" y="356573"/>
                  </a:lnTo>
                  <a:lnTo>
                    <a:pt x="1531985" y="0"/>
                  </a:lnTo>
                  <a:lnTo>
                    <a:pt x="1597451" y="0"/>
                  </a:lnTo>
                  <a:lnTo>
                    <a:pt x="1752427" y="310681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1" name="Freeform 84">
              <a:extLst>
                <a:ext uri="{FF2B5EF4-FFF2-40B4-BE49-F238E27FC236}">
                  <a16:creationId xmlns:a16="http://schemas.microsoft.com/office/drawing/2014/main" id="{E0BE8E32-5A62-E548-B998-B52282773ED5}"/>
                </a:ext>
              </a:extLst>
            </p:cNvPr>
            <p:cNvSpPr/>
            <p:nvPr/>
          </p:nvSpPr>
          <p:spPr>
            <a:xfrm>
              <a:off x="2678568" y="3140559"/>
              <a:ext cx="2684643" cy="368685"/>
            </a:xfrm>
            <a:custGeom>
              <a:avLst/>
              <a:gdLst>
                <a:gd name="csX0" fmla="*/ 202 w 2684643"/>
                <a:gd name="csY0" fmla="*/ 6123 h 368685"/>
                <a:gd name="csX1" fmla="*/ 123187 w 2684643"/>
                <a:gd name="csY1" fmla="*/ 6123 h 368685"/>
                <a:gd name="csX2" fmla="*/ 234182 w 2684643"/>
                <a:gd name="csY2" fmla="*/ 100532 h 368685"/>
                <a:gd name="csX3" fmla="*/ 168178 w 2684643"/>
                <a:gd name="csY3" fmla="*/ 183434 h 368685"/>
                <a:gd name="csX4" fmla="*/ 168178 w 2684643"/>
                <a:gd name="csY4" fmla="*/ 184443 h 368685"/>
                <a:gd name="csX5" fmla="*/ 220106 w 2684643"/>
                <a:gd name="csY5" fmla="*/ 251330 h 368685"/>
                <a:gd name="csX6" fmla="*/ 253580 w 2684643"/>
                <a:gd name="csY6" fmla="*/ 362696 h 368685"/>
                <a:gd name="csX7" fmla="*/ 207039 w 2684643"/>
                <a:gd name="csY7" fmla="*/ 362696 h 368685"/>
                <a:gd name="csX8" fmla="*/ 179021 w 2684643"/>
                <a:gd name="csY8" fmla="*/ 258800 h 368685"/>
                <a:gd name="csX9" fmla="*/ 101028 w 2684643"/>
                <a:gd name="csY9" fmla="*/ 202343 h 368685"/>
                <a:gd name="csX10" fmla="*/ 43509 w 2684643"/>
                <a:gd name="csY10" fmla="*/ 202343 h 368685"/>
                <a:gd name="csX11" fmla="*/ 43509 w 2684643"/>
                <a:gd name="csY11" fmla="*/ 362629 h 368685"/>
                <a:gd name="csX12" fmla="*/ 0 w 2684643"/>
                <a:gd name="csY12" fmla="*/ 362629 h 368685"/>
                <a:gd name="csX13" fmla="*/ 0 w 2684643"/>
                <a:gd name="csY13" fmla="*/ 6056 h 368685"/>
                <a:gd name="csX14" fmla="*/ 43711 w 2684643"/>
                <a:gd name="csY14" fmla="*/ 165938 h 368685"/>
                <a:gd name="csX15" fmla="*/ 112747 w 2684643"/>
                <a:gd name="csY15" fmla="*/ 165938 h 368685"/>
                <a:gd name="csX16" fmla="*/ 190740 w 2684643"/>
                <a:gd name="csY16" fmla="*/ 102955 h 368685"/>
                <a:gd name="csX17" fmla="*/ 115710 w 2684643"/>
                <a:gd name="csY17" fmla="*/ 42528 h 368685"/>
                <a:gd name="csX18" fmla="*/ 43711 w 2684643"/>
                <a:gd name="csY18" fmla="*/ 42528 h 368685"/>
                <a:gd name="csX19" fmla="*/ 43711 w 2684643"/>
                <a:gd name="csY19" fmla="*/ 165938 h 368685"/>
                <a:gd name="csX20" fmla="*/ 319248 w 2684643"/>
                <a:gd name="csY20" fmla="*/ 6123 h 368685"/>
                <a:gd name="csX21" fmla="*/ 515241 w 2684643"/>
                <a:gd name="csY21" fmla="*/ 6123 h 368685"/>
                <a:gd name="csX22" fmla="*/ 515241 w 2684643"/>
                <a:gd name="csY22" fmla="*/ 42595 h 368685"/>
                <a:gd name="csX23" fmla="*/ 362757 w 2684643"/>
                <a:gd name="csY23" fmla="*/ 42595 h 368685"/>
                <a:gd name="csX24" fmla="*/ 362757 w 2684643"/>
                <a:gd name="csY24" fmla="*/ 160959 h 368685"/>
                <a:gd name="csX25" fmla="*/ 503253 w 2684643"/>
                <a:gd name="csY25" fmla="*/ 160959 h 368685"/>
                <a:gd name="csX26" fmla="*/ 503253 w 2684643"/>
                <a:gd name="csY26" fmla="*/ 197431 h 368685"/>
                <a:gd name="csX27" fmla="*/ 362757 w 2684643"/>
                <a:gd name="csY27" fmla="*/ 197431 h 368685"/>
                <a:gd name="csX28" fmla="*/ 362757 w 2684643"/>
                <a:gd name="csY28" fmla="*/ 326292 h 368685"/>
                <a:gd name="csX29" fmla="*/ 519215 w 2684643"/>
                <a:gd name="csY29" fmla="*/ 326292 h 368685"/>
                <a:gd name="csX30" fmla="*/ 519215 w 2684643"/>
                <a:gd name="csY30" fmla="*/ 362764 h 368685"/>
                <a:gd name="csX31" fmla="*/ 319248 w 2684643"/>
                <a:gd name="csY31" fmla="*/ 362764 h 368685"/>
                <a:gd name="csX32" fmla="*/ 319248 w 2684643"/>
                <a:gd name="csY32" fmla="*/ 6191 h 368685"/>
                <a:gd name="csX33" fmla="*/ 774209 w 2684643"/>
                <a:gd name="csY33" fmla="*/ 51544 h 368685"/>
                <a:gd name="csX34" fmla="*/ 695744 w 2684643"/>
                <a:gd name="csY34" fmla="*/ 36539 h 368685"/>
                <a:gd name="csX35" fmla="*/ 623745 w 2684643"/>
                <a:gd name="csY35" fmla="*/ 90977 h 368685"/>
                <a:gd name="csX36" fmla="*/ 698169 w 2684643"/>
                <a:gd name="csY36" fmla="*/ 161901 h 368685"/>
                <a:gd name="csX37" fmla="*/ 800678 w 2684643"/>
                <a:gd name="csY37" fmla="*/ 270239 h 368685"/>
                <a:gd name="csX38" fmla="*/ 680658 w 2684643"/>
                <a:gd name="csY38" fmla="*/ 368618 h 368685"/>
                <a:gd name="csX39" fmla="*/ 575185 w 2684643"/>
                <a:gd name="csY39" fmla="*/ 346681 h 368685"/>
                <a:gd name="csX40" fmla="*/ 586163 w 2684643"/>
                <a:gd name="csY40" fmla="*/ 309200 h 368685"/>
                <a:gd name="csX41" fmla="*/ 681668 w 2684643"/>
                <a:gd name="csY41" fmla="*/ 332146 h 368685"/>
                <a:gd name="csX42" fmla="*/ 757169 w 2684643"/>
                <a:gd name="csY42" fmla="*/ 273200 h 368685"/>
                <a:gd name="csX43" fmla="*/ 671632 w 2684643"/>
                <a:gd name="csY43" fmla="*/ 196287 h 368685"/>
                <a:gd name="csX44" fmla="*/ 580101 w 2684643"/>
                <a:gd name="csY44" fmla="*/ 93870 h 368685"/>
                <a:gd name="csX45" fmla="*/ 696081 w 2684643"/>
                <a:gd name="csY45" fmla="*/ 0 h 368685"/>
                <a:gd name="csX46" fmla="*/ 784581 w 2684643"/>
                <a:gd name="csY46" fmla="*/ 15006 h 368685"/>
                <a:gd name="csX47" fmla="*/ 774074 w 2684643"/>
                <a:gd name="csY47" fmla="*/ 51477 h 368685"/>
                <a:gd name="csX48" fmla="*/ 1019774 w 2684643"/>
                <a:gd name="csY48" fmla="*/ 368685 h 368685"/>
                <a:gd name="csX49" fmla="*/ 861295 w 2684643"/>
                <a:gd name="csY49" fmla="*/ 184914 h 368685"/>
                <a:gd name="csX50" fmla="*/ 1019774 w 2684643"/>
                <a:gd name="csY50" fmla="*/ 67 h 368685"/>
                <a:gd name="csX51" fmla="*/ 1178253 w 2684643"/>
                <a:gd name="csY51" fmla="*/ 184914 h 368685"/>
                <a:gd name="csX52" fmla="*/ 1019774 w 2684643"/>
                <a:gd name="csY52" fmla="*/ 368685 h 368685"/>
                <a:gd name="csX53" fmla="*/ 1019774 w 2684643"/>
                <a:gd name="csY53" fmla="*/ 36539 h 368685"/>
                <a:gd name="csX54" fmla="*/ 904804 w 2684643"/>
                <a:gd name="csY54" fmla="*/ 184914 h 368685"/>
                <a:gd name="csX55" fmla="*/ 1019774 w 2684643"/>
                <a:gd name="csY55" fmla="*/ 332214 h 368685"/>
                <a:gd name="csX56" fmla="*/ 1134743 w 2684643"/>
                <a:gd name="csY56" fmla="*/ 184914 h 368685"/>
                <a:gd name="csX57" fmla="*/ 1019774 w 2684643"/>
                <a:gd name="csY57" fmla="*/ 36539 h 368685"/>
                <a:gd name="csX58" fmla="*/ 1515753 w 2684643"/>
                <a:gd name="csY58" fmla="*/ 257319 h 368685"/>
                <a:gd name="csX59" fmla="*/ 1384282 w 2684643"/>
                <a:gd name="csY59" fmla="*/ 368685 h 368685"/>
                <a:gd name="csX60" fmla="*/ 1253350 w 2684643"/>
                <a:gd name="csY60" fmla="*/ 257319 h 368685"/>
                <a:gd name="csX61" fmla="*/ 1253350 w 2684643"/>
                <a:gd name="csY61" fmla="*/ 6123 h 368685"/>
                <a:gd name="csX62" fmla="*/ 1296859 w 2684643"/>
                <a:gd name="csY62" fmla="*/ 6123 h 368685"/>
                <a:gd name="csX63" fmla="*/ 1296859 w 2684643"/>
                <a:gd name="csY63" fmla="*/ 252878 h 368685"/>
                <a:gd name="csX64" fmla="*/ 1383811 w 2684643"/>
                <a:gd name="csY64" fmla="*/ 332281 h 368685"/>
                <a:gd name="csX65" fmla="*/ 1472311 w 2684643"/>
                <a:gd name="csY65" fmla="*/ 252878 h 368685"/>
                <a:gd name="csX66" fmla="*/ 1472311 w 2684643"/>
                <a:gd name="csY66" fmla="*/ 6123 h 368685"/>
                <a:gd name="csX67" fmla="*/ 1515820 w 2684643"/>
                <a:gd name="csY67" fmla="*/ 6123 h 368685"/>
                <a:gd name="csX68" fmla="*/ 1515820 w 2684643"/>
                <a:gd name="csY68" fmla="*/ 257319 h 368685"/>
                <a:gd name="csX69" fmla="*/ 1597114 w 2684643"/>
                <a:gd name="csY69" fmla="*/ 6123 h 368685"/>
                <a:gd name="csX70" fmla="*/ 1720098 w 2684643"/>
                <a:gd name="csY70" fmla="*/ 6123 h 368685"/>
                <a:gd name="csX71" fmla="*/ 1831094 w 2684643"/>
                <a:gd name="csY71" fmla="*/ 100532 h 368685"/>
                <a:gd name="csX72" fmla="*/ 1765089 w 2684643"/>
                <a:gd name="csY72" fmla="*/ 183434 h 368685"/>
                <a:gd name="csX73" fmla="*/ 1765089 w 2684643"/>
                <a:gd name="csY73" fmla="*/ 184443 h 368685"/>
                <a:gd name="csX74" fmla="*/ 1817085 w 2684643"/>
                <a:gd name="csY74" fmla="*/ 251330 h 368685"/>
                <a:gd name="csX75" fmla="*/ 1850559 w 2684643"/>
                <a:gd name="csY75" fmla="*/ 362696 h 368685"/>
                <a:gd name="csX76" fmla="*/ 1804086 w 2684643"/>
                <a:gd name="csY76" fmla="*/ 362696 h 368685"/>
                <a:gd name="csX77" fmla="*/ 1776068 w 2684643"/>
                <a:gd name="csY77" fmla="*/ 258800 h 368685"/>
                <a:gd name="csX78" fmla="*/ 1698074 w 2684643"/>
                <a:gd name="csY78" fmla="*/ 202343 h 368685"/>
                <a:gd name="csX79" fmla="*/ 1640623 w 2684643"/>
                <a:gd name="csY79" fmla="*/ 202343 h 368685"/>
                <a:gd name="csX80" fmla="*/ 1640623 w 2684643"/>
                <a:gd name="csY80" fmla="*/ 362629 h 368685"/>
                <a:gd name="csX81" fmla="*/ 1597114 w 2684643"/>
                <a:gd name="csY81" fmla="*/ 362629 h 368685"/>
                <a:gd name="csX82" fmla="*/ 1597114 w 2684643"/>
                <a:gd name="csY82" fmla="*/ 6056 h 368685"/>
                <a:gd name="csX83" fmla="*/ 1640556 w 2684643"/>
                <a:gd name="csY83" fmla="*/ 165938 h 368685"/>
                <a:gd name="csX84" fmla="*/ 1709591 w 2684643"/>
                <a:gd name="csY84" fmla="*/ 165938 h 368685"/>
                <a:gd name="csX85" fmla="*/ 1787585 w 2684643"/>
                <a:gd name="csY85" fmla="*/ 102955 h 368685"/>
                <a:gd name="csX86" fmla="*/ 1712622 w 2684643"/>
                <a:gd name="csY86" fmla="*/ 42528 h 368685"/>
                <a:gd name="csX87" fmla="*/ 1640623 w 2684643"/>
                <a:gd name="csY87" fmla="*/ 42528 h 368685"/>
                <a:gd name="csX88" fmla="*/ 1640623 w 2684643"/>
                <a:gd name="csY88" fmla="*/ 165938 h 368685"/>
                <a:gd name="csX89" fmla="*/ 2129462 w 2684643"/>
                <a:gd name="csY89" fmla="*/ 52016 h 368685"/>
                <a:gd name="csX90" fmla="*/ 2062043 w 2684643"/>
                <a:gd name="csY90" fmla="*/ 36539 h 368685"/>
                <a:gd name="csX91" fmla="*/ 1929023 w 2684643"/>
                <a:gd name="csY91" fmla="*/ 185857 h 368685"/>
                <a:gd name="csX92" fmla="*/ 2060966 w 2684643"/>
                <a:gd name="csY92" fmla="*/ 332214 h 368685"/>
                <a:gd name="csX93" fmla="*/ 2134446 w 2684643"/>
                <a:gd name="csY93" fmla="*/ 315256 h 368685"/>
                <a:gd name="csX94" fmla="*/ 2146974 w 2684643"/>
                <a:gd name="csY94" fmla="*/ 349238 h 368685"/>
                <a:gd name="csX95" fmla="*/ 2058474 w 2684643"/>
                <a:gd name="csY95" fmla="*/ 368685 h 368685"/>
                <a:gd name="csX96" fmla="*/ 1885514 w 2684643"/>
                <a:gd name="csY96" fmla="*/ 185386 h 368685"/>
                <a:gd name="csX97" fmla="*/ 2061437 w 2684643"/>
                <a:gd name="csY97" fmla="*/ 67 h 368685"/>
                <a:gd name="csX98" fmla="*/ 2142933 w 2684643"/>
                <a:gd name="csY98" fmla="*/ 17563 h 368685"/>
                <a:gd name="csX99" fmla="*/ 2129462 w 2684643"/>
                <a:gd name="csY99" fmla="*/ 52016 h 368685"/>
                <a:gd name="csX100" fmla="*/ 2212305 w 2684643"/>
                <a:gd name="csY100" fmla="*/ 6123 h 368685"/>
                <a:gd name="csX101" fmla="*/ 2408232 w 2684643"/>
                <a:gd name="csY101" fmla="*/ 6123 h 368685"/>
                <a:gd name="csX102" fmla="*/ 2408232 w 2684643"/>
                <a:gd name="csY102" fmla="*/ 42595 h 368685"/>
                <a:gd name="csX103" fmla="*/ 2255815 w 2684643"/>
                <a:gd name="csY103" fmla="*/ 42595 h 368685"/>
                <a:gd name="csX104" fmla="*/ 2255815 w 2684643"/>
                <a:gd name="csY104" fmla="*/ 160959 h 368685"/>
                <a:gd name="csX105" fmla="*/ 2396243 w 2684643"/>
                <a:gd name="csY105" fmla="*/ 160959 h 368685"/>
                <a:gd name="csX106" fmla="*/ 2396243 w 2684643"/>
                <a:gd name="csY106" fmla="*/ 197431 h 368685"/>
                <a:gd name="csX107" fmla="*/ 2255815 w 2684643"/>
                <a:gd name="csY107" fmla="*/ 197431 h 368685"/>
                <a:gd name="csX108" fmla="*/ 2255815 w 2684643"/>
                <a:gd name="csY108" fmla="*/ 326292 h 368685"/>
                <a:gd name="csX109" fmla="*/ 2412273 w 2684643"/>
                <a:gd name="csY109" fmla="*/ 326292 h 368685"/>
                <a:gd name="csX110" fmla="*/ 2412273 w 2684643"/>
                <a:gd name="csY110" fmla="*/ 362764 h 368685"/>
                <a:gd name="csX111" fmla="*/ 2212238 w 2684643"/>
                <a:gd name="csY111" fmla="*/ 362764 h 368685"/>
                <a:gd name="csX112" fmla="*/ 2212238 w 2684643"/>
                <a:gd name="csY112" fmla="*/ 6191 h 368685"/>
                <a:gd name="csX113" fmla="*/ 2658242 w 2684643"/>
                <a:gd name="csY113" fmla="*/ 51544 h 368685"/>
                <a:gd name="csX114" fmla="*/ 2579710 w 2684643"/>
                <a:gd name="csY114" fmla="*/ 36539 h 368685"/>
                <a:gd name="csX115" fmla="*/ 2507711 w 2684643"/>
                <a:gd name="csY115" fmla="*/ 90977 h 368685"/>
                <a:gd name="csX116" fmla="*/ 2582202 w 2684643"/>
                <a:gd name="csY116" fmla="*/ 161901 h 368685"/>
                <a:gd name="csX117" fmla="*/ 2684643 w 2684643"/>
                <a:gd name="csY117" fmla="*/ 270239 h 368685"/>
                <a:gd name="csX118" fmla="*/ 2564623 w 2684643"/>
                <a:gd name="csY118" fmla="*/ 368618 h 368685"/>
                <a:gd name="csX119" fmla="*/ 2459150 w 2684643"/>
                <a:gd name="csY119" fmla="*/ 346681 h 368685"/>
                <a:gd name="csX120" fmla="*/ 2470128 w 2684643"/>
                <a:gd name="csY120" fmla="*/ 309200 h 368685"/>
                <a:gd name="csX121" fmla="*/ 2565633 w 2684643"/>
                <a:gd name="csY121" fmla="*/ 332146 h 368685"/>
                <a:gd name="csX122" fmla="*/ 2641134 w 2684643"/>
                <a:gd name="csY122" fmla="*/ 273200 h 368685"/>
                <a:gd name="csX123" fmla="*/ 2555598 w 2684643"/>
                <a:gd name="csY123" fmla="*/ 196287 h 368685"/>
                <a:gd name="csX124" fmla="*/ 2464134 w 2684643"/>
                <a:gd name="csY124" fmla="*/ 93870 h 368685"/>
                <a:gd name="csX125" fmla="*/ 2580114 w 2684643"/>
                <a:gd name="csY125" fmla="*/ 0 h 368685"/>
                <a:gd name="csX126" fmla="*/ 2668547 w 2684643"/>
                <a:gd name="csY126" fmla="*/ 15006 h 368685"/>
                <a:gd name="csX127" fmla="*/ 2658107 w 2684643"/>
                <a:gd name="csY127" fmla="*/ 51477 h 368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</a:cxnLst>
              <a:rect l="l" t="t" r="r" b="b"/>
              <a:pathLst>
                <a:path w="2684643" h="368685">
                  <a:moveTo>
                    <a:pt x="202" y="6123"/>
                  </a:moveTo>
                  <a:lnTo>
                    <a:pt x="123187" y="6123"/>
                  </a:lnTo>
                  <a:cubicBezTo>
                    <a:pt x="186160" y="6123"/>
                    <a:pt x="234182" y="34116"/>
                    <a:pt x="234182" y="100532"/>
                  </a:cubicBezTo>
                  <a:cubicBezTo>
                    <a:pt x="234182" y="140974"/>
                    <a:pt x="211148" y="172466"/>
                    <a:pt x="168178" y="183434"/>
                  </a:cubicBezTo>
                  <a:lnTo>
                    <a:pt x="168178" y="184443"/>
                  </a:lnTo>
                  <a:cubicBezTo>
                    <a:pt x="195185" y="190903"/>
                    <a:pt x="207646" y="208399"/>
                    <a:pt x="220106" y="251330"/>
                  </a:cubicBezTo>
                  <a:cubicBezTo>
                    <a:pt x="231623" y="290763"/>
                    <a:pt x="241591" y="323802"/>
                    <a:pt x="253580" y="362696"/>
                  </a:cubicBezTo>
                  <a:lnTo>
                    <a:pt x="207039" y="362696"/>
                  </a:lnTo>
                  <a:cubicBezTo>
                    <a:pt x="199025" y="334232"/>
                    <a:pt x="186026" y="283293"/>
                    <a:pt x="179021" y="258800"/>
                  </a:cubicBezTo>
                  <a:cubicBezTo>
                    <a:pt x="166022" y="215868"/>
                    <a:pt x="156593" y="202343"/>
                    <a:pt x="101028" y="202343"/>
                  </a:cubicBezTo>
                  <a:lnTo>
                    <a:pt x="43509" y="202343"/>
                  </a:lnTo>
                  <a:lnTo>
                    <a:pt x="43509" y="362629"/>
                  </a:lnTo>
                  <a:lnTo>
                    <a:pt x="0" y="362629"/>
                  </a:lnTo>
                  <a:lnTo>
                    <a:pt x="0" y="6056"/>
                  </a:lnTo>
                  <a:close/>
                  <a:moveTo>
                    <a:pt x="43711" y="165938"/>
                  </a:moveTo>
                  <a:lnTo>
                    <a:pt x="112747" y="165938"/>
                  </a:lnTo>
                  <a:cubicBezTo>
                    <a:pt x="160769" y="165938"/>
                    <a:pt x="190740" y="146963"/>
                    <a:pt x="190740" y="102955"/>
                  </a:cubicBezTo>
                  <a:cubicBezTo>
                    <a:pt x="190740" y="52554"/>
                    <a:pt x="153225" y="42528"/>
                    <a:pt x="115710" y="42528"/>
                  </a:cubicBezTo>
                  <a:lnTo>
                    <a:pt x="43711" y="42528"/>
                  </a:lnTo>
                  <a:lnTo>
                    <a:pt x="43711" y="165938"/>
                  </a:lnTo>
                  <a:close/>
                  <a:moveTo>
                    <a:pt x="319248" y="6123"/>
                  </a:moveTo>
                  <a:lnTo>
                    <a:pt x="515241" y="6123"/>
                  </a:lnTo>
                  <a:lnTo>
                    <a:pt x="515241" y="42595"/>
                  </a:lnTo>
                  <a:lnTo>
                    <a:pt x="362757" y="42595"/>
                  </a:lnTo>
                  <a:lnTo>
                    <a:pt x="362757" y="160959"/>
                  </a:lnTo>
                  <a:lnTo>
                    <a:pt x="503253" y="160959"/>
                  </a:lnTo>
                  <a:lnTo>
                    <a:pt x="503253" y="197431"/>
                  </a:lnTo>
                  <a:lnTo>
                    <a:pt x="362757" y="197431"/>
                  </a:lnTo>
                  <a:lnTo>
                    <a:pt x="362757" y="326292"/>
                  </a:lnTo>
                  <a:lnTo>
                    <a:pt x="519215" y="326292"/>
                  </a:lnTo>
                  <a:lnTo>
                    <a:pt x="519215" y="362764"/>
                  </a:lnTo>
                  <a:lnTo>
                    <a:pt x="319248" y="362764"/>
                  </a:lnTo>
                  <a:lnTo>
                    <a:pt x="319248" y="6191"/>
                  </a:lnTo>
                  <a:close/>
                  <a:moveTo>
                    <a:pt x="774209" y="51544"/>
                  </a:moveTo>
                  <a:cubicBezTo>
                    <a:pt x="749222" y="41586"/>
                    <a:pt x="722281" y="36539"/>
                    <a:pt x="695744" y="36539"/>
                  </a:cubicBezTo>
                  <a:cubicBezTo>
                    <a:pt x="661732" y="36539"/>
                    <a:pt x="623745" y="49526"/>
                    <a:pt x="623745" y="90977"/>
                  </a:cubicBezTo>
                  <a:cubicBezTo>
                    <a:pt x="623745" y="122940"/>
                    <a:pt x="642738" y="140435"/>
                    <a:pt x="698169" y="161901"/>
                  </a:cubicBezTo>
                  <a:cubicBezTo>
                    <a:pt x="765655" y="187808"/>
                    <a:pt x="800678" y="214859"/>
                    <a:pt x="800678" y="270239"/>
                  </a:cubicBezTo>
                  <a:cubicBezTo>
                    <a:pt x="800678" y="340692"/>
                    <a:pt x="739658" y="368618"/>
                    <a:pt x="680658" y="368618"/>
                  </a:cubicBezTo>
                  <a:cubicBezTo>
                    <a:pt x="649137" y="368618"/>
                    <a:pt x="608658" y="361687"/>
                    <a:pt x="575185" y="346681"/>
                  </a:cubicBezTo>
                  <a:lnTo>
                    <a:pt x="586163" y="309200"/>
                  </a:lnTo>
                  <a:cubicBezTo>
                    <a:pt x="618694" y="325215"/>
                    <a:pt x="653649" y="332146"/>
                    <a:pt x="681668" y="332146"/>
                  </a:cubicBezTo>
                  <a:cubicBezTo>
                    <a:pt x="724638" y="332146"/>
                    <a:pt x="757169" y="313170"/>
                    <a:pt x="757169" y="273200"/>
                  </a:cubicBezTo>
                  <a:cubicBezTo>
                    <a:pt x="757169" y="236728"/>
                    <a:pt x="725648" y="218291"/>
                    <a:pt x="671632" y="196287"/>
                  </a:cubicBezTo>
                  <a:cubicBezTo>
                    <a:pt x="610679" y="171793"/>
                    <a:pt x="580101" y="141377"/>
                    <a:pt x="580101" y="93870"/>
                  </a:cubicBezTo>
                  <a:cubicBezTo>
                    <a:pt x="580101" y="27926"/>
                    <a:pt x="642065" y="0"/>
                    <a:pt x="696081" y="0"/>
                  </a:cubicBezTo>
                  <a:cubicBezTo>
                    <a:pt x="727602" y="0"/>
                    <a:pt x="759122" y="4979"/>
                    <a:pt x="784581" y="15006"/>
                  </a:cubicBezTo>
                  <a:lnTo>
                    <a:pt x="774074" y="51477"/>
                  </a:lnTo>
                  <a:close/>
                  <a:moveTo>
                    <a:pt x="1019774" y="368685"/>
                  </a:moveTo>
                  <a:cubicBezTo>
                    <a:pt x="918746" y="368685"/>
                    <a:pt x="861295" y="291839"/>
                    <a:pt x="861295" y="184914"/>
                  </a:cubicBezTo>
                  <a:cubicBezTo>
                    <a:pt x="861295" y="77990"/>
                    <a:pt x="917803" y="67"/>
                    <a:pt x="1019774" y="67"/>
                  </a:cubicBezTo>
                  <a:cubicBezTo>
                    <a:pt x="1121745" y="67"/>
                    <a:pt x="1178253" y="77519"/>
                    <a:pt x="1178253" y="184914"/>
                  </a:cubicBezTo>
                  <a:cubicBezTo>
                    <a:pt x="1178253" y="292310"/>
                    <a:pt x="1120735" y="368685"/>
                    <a:pt x="1019774" y="368685"/>
                  </a:cubicBezTo>
                  <a:moveTo>
                    <a:pt x="1019774" y="36539"/>
                  </a:moveTo>
                  <a:cubicBezTo>
                    <a:pt x="941781" y="36539"/>
                    <a:pt x="904804" y="103493"/>
                    <a:pt x="904804" y="184914"/>
                  </a:cubicBezTo>
                  <a:cubicBezTo>
                    <a:pt x="904804" y="266336"/>
                    <a:pt x="941848" y="332214"/>
                    <a:pt x="1019774" y="332214"/>
                  </a:cubicBezTo>
                  <a:cubicBezTo>
                    <a:pt x="1097700" y="332214"/>
                    <a:pt x="1134743" y="265798"/>
                    <a:pt x="1134743" y="184914"/>
                  </a:cubicBezTo>
                  <a:cubicBezTo>
                    <a:pt x="1134743" y="104031"/>
                    <a:pt x="1097767" y="36539"/>
                    <a:pt x="1019774" y="36539"/>
                  </a:cubicBezTo>
                  <a:moveTo>
                    <a:pt x="1515753" y="257319"/>
                  </a:moveTo>
                  <a:cubicBezTo>
                    <a:pt x="1515753" y="322255"/>
                    <a:pt x="1466249" y="368685"/>
                    <a:pt x="1384282" y="368685"/>
                  </a:cubicBezTo>
                  <a:cubicBezTo>
                    <a:pt x="1302315" y="368685"/>
                    <a:pt x="1253350" y="322255"/>
                    <a:pt x="1253350" y="257319"/>
                  </a:cubicBezTo>
                  <a:lnTo>
                    <a:pt x="1253350" y="6123"/>
                  </a:lnTo>
                  <a:lnTo>
                    <a:pt x="1296859" y="6123"/>
                  </a:lnTo>
                  <a:lnTo>
                    <a:pt x="1296859" y="252878"/>
                  </a:lnTo>
                  <a:cubicBezTo>
                    <a:pt x="1296859" y="304759"/>
                    <a:pt x="1326831" y="332281"/>
                    <a:pt x="1383811" y="332281"/>
                  </a:cubicBezTo>
                  <a:cubicBezTo>
                    <a:pt x="1440790" y="332281"/>
                    <a:pt x="1472311" y="299847"/>
                    <a:pt x="1472311" y="252878"/>
                  </a:cubicBezTo>
                  <a:lnTo>
                    <a:pt x="1472311" y="6123"/>
                  </a:lnTo>
                  <a:lnTo>
                    <a:pt x="1515820" y="6123"/>
                  </a:lnTo>
                  <a:lnTo>
                    <a:pt x="1515820" y="257319"/>
                  </a:lnTo>
                  <a:close/>
                  <a:moveTo>
                    <a:pt x="1597114" y="6123"/>
                  </a:moveTo>
                  <a:lnTo>
                    <a:pt x="1720098" y="6123"/>
                  </a:lnTo>
                  <a:cubicBezTo>
                    <a:pt x="1783139" y="6123"/>
                    <a:pt x="1831094" y="34116"/>
                    <a:pt x="1831094" y="100532"/>
                  </a:cubicBezTo>
                  <a:cubicBezTo>
                    <a:pt x="1831094" y="140974"/>
                    <a:pt x="1808127" y="172466"/>
                    <a:pt x="1765089" y="183434"/>
                  </a:cubicBezTo>
                  <a:lnTo>
                    <a:pt x="1765089" y="184443"/>
                  </a:lnTo>
                  <a:cubicBezTo>
                    <a:pt x="1792097" y="190903"/>
                    <a:pt x="1804557" y="208399"/>
                    <a:pt x="1817085" y="251330"/>
                  </a:cubicBezTo>
                  <a:cubicBezTo>
                    <a:pt x="1828602" y="290763"/>
                    <a:pt x="1838570" y="323802"/>
                    <a:pt x="1850559" y="362696"/>
                  </a:cubicBezTo>
                  <a:lnTo>
                    <a:pt x="1804086" y="362696"/>
                  </a:lnTo>
                  <a:cubicBezTo>
                    <a:pt x="1796071" y="334232"/>
                    <a:pt x="1783072" y="283293"/>
                    <a:pt x="1776068" y="258800"/>
                  </a:cubicBezTo>
                  <a:cubicBezTo>
                    <a:pt x="1763069" y="215868"/>
                    <a:pt x="1753572" y="202343"/>
                    <a:pt x="1698074" y="202343"/>
                  </a:cubicBezTo>
                  <a:lnTo>
                    <a:pt x="1640623" y="202343"/>
                  </a:lnTo>
                  <a:lnTo>
                    <a:pt x="1640623" y="362629"/>
                  </a:lnTo>
                  <a:lnTo>
                    <a:pt x="1597114" y="362629"/>
                  </a:lnTo>
                  <a:lnTo>
                    <a:pt x="1597114" y="6056"/>
                  </a:lnTo>
                  <a:close/>
                  <a:moveTo>
                    <a:pt x="1640556" y="165938"/>
                  </a:moveTo>
                  <a:lnTo>
                    <a:pt x="1709591" y="165938"/>
                  </a:lnTo>
                  <a:cubicBezTo>
                    <a:pt x="1757546" y="165938"/>
                    <a:pt x="1787585" y="146963"/>
                    <a:pt x="1787585" y="102955"/>
                  </a:cubicBezTo>
                  <a:cubicBezTo>
                    <a:pt x="1787585" y="52554"/>
                    <a:pt x="1750070" y="42528"/>
                    <a:pt x="1712622" y="42528"/>
                  </a:cubicBezTo>
                  <a:lnTo>
                    <a:pt x="1640623" y="42528"/>
                  </a:lnTo>
                  <a:lnTo>
                    <a:pt x="1640623" y="165938"/>
                  </a:lnTo>
                  <a:close/>
                  <a:moveTo>
                    <a:pt x="2129462" y="52016"/>
                  </a:moveTo>
                  <a:cubicBezTo>
                    <a:pt x="2111480" y="41586"/>
                    <a:pt x="2087502" y="36539"/>
                    <a:pt x="2062043" y="36539"/>
                  </a:cubicBezTo>
                  <a:cubicBezTo>
                    <a:pt x="1971590" y="36539"/>
                    <a:pt x="1929023" y="102483"/>
                    <a:pt x="1929023" y="185857"/>
                  </a:cubicBezTo>
                  <a:cubicBezTo>
                    <a:pt x="1929023" y="264788"/>
                    <a:pt x="1973543" y="332214"/>
                    <a:pt x="2060966" y="332214"/>
                  </a:cubicBezTo>
                  <a:cubicBezTo>
                    <a:pt x="2091476" y="332214"/>
                    <a:pt x="2113433" y="326225"/>
                    <a:pt x="2134446" y="315256"/>
                  </a:cubicBezTo>
                  <a:lnTo>
                    <a:pt x="2146974" y="349238"/>
                  </a:lnTo>
                  <a:cubicBezTo>
                    <a:pt x="2121448" y="363235"/>
                    <a:pt x="2090466" y="368685"/>
                    <a:pt x="2058474" y="368685"/>
                  </a:cubicBezTo>
                  <a:cubicBezTo>
                    <a:pt x="1949970" y="368685"/>
                    <a:pt x="1885514" y="292781"/>
                    <a:pt x="1885514" y="185386"/>
                  </a:cubicBezTo>
                  <a:cubicBezTo>
                    <a:pt x="1885514" y="77990"/>
                    <a:pt x="1947478" y="67"/>
                    <a:pt x="2061437" y="67"/>
                  </a:cubicBezTo>
                  <a:cubicBezTo>
                    <a:pt x="2091409" y="67"/>
                    <a:pt x="2122458" y="5652"/>
                    <a:pt x="2142933" y="17563"/>
                  </a:cubicBezTo>
                  <a:lnTo>
                    <a:pt x="2129462" y="52016"/>
                  </a:lnTo>
                  <a:close/>
                  <a:moveTo>
                    <a:pt x="2212305" y="6123"/>
                  </a:moveTo>
                  <a:lnTo>
                    <a:pt x="2408232" y="6123"/>
                  </a:lnTo>
                  <a:lnTo>
                    <a:pt x="2408232" y="42595"/>
                  </a:lnTo>
                  <a:lnTo>
                    <a:pt x="2255815" y="42595"/>
                  </a:lnTo>
                  <a:lnTo>
                    <a:pt x="2255815" y="160959"/>
                  </a:lnTo>
                  <a:lnTo>
                    <a:pt x="2396243" y="160959"/>
                  </a:lnTo>
                  <a:lnTo>
                    <a:pt x="2396243" y="197431"/>
                  </a:lnTo>
                  <a:lnTo>
                    <a:pt x="2255815" y="197431"/>
                  </a:lnTo>
                  <a:lnTo>
                    <a:pt x="2255815" y="326292"/>
                  </a:lnTo>
                  <a:lnTo>
                    <a:pt x="2412273" y="326292"/>
                  </a:lnTo>
                  <a:lnTo>
                    <a:pt x="2412273" y="362764"/>
                  </a:lnTo>
                  <a:lnTo>
                    <a:pt x="2212238" y="362764"/>
                  </a:lnTo>
                  <a:lnTo>
                    <a:pt x="2212238" y="6191"/>
                  </a:lnTo>
                  <a:close/>
                  <a:moveTo>
                    <a:pt x="2658242" y="51544"/>
                  </a:moveTo>
                  <a:cubicBezTo>
                    <a:pt x="2633187" y="41586"/>
                    <a:pt x="2606246" y="36539"/>
                    <a:pt x="2579710" y="36539"/>
                  </a:cubicBezTo>
                  <a:cubicBezTo>
                    <a:pt x="2545697" y="36539"/>
                    <a:pt x="2507711" y="49526"/>
                    <a:pt x="2507711" y="90977"/>
                  </a:cubicBezTo>
                  <a:cubicBezTo>
                    <a:pt x="2507711" y="122940"/>
                    <a:pt x="2526704" y="140435"/>
                    <a:pt x="2582202" y="161901"/>
                  </a:cubicBezTo>
                  <a:cubicBezTo>
                    <a:pt x="2649621" y="187808"/>
                    <a:pt x="2684643" y="214859"/>
                    <a:pt x="2684643" y="270239"/>
                  </a:cubicBezTo>
                  <a:cubicBezTo>
                    <a:pt x="2684643" y="340692"/>
                    <a:pt x="2623623" y="368618"/>
                    <a:pt x="2564623" y="368618"/>
                  </a:cubicBezTo>
                  <a:cubicBezTo>
                    <a:pt x="2533102" y="368618"/>
                    <a:pt x="2492623" y="361687"/>
                    <a:pt x="2459150" y="346681"/>
                  </a:cubicBezTo>
                  <a:lnTo>
                    <a:pt x="2470128" y="309200"/>
                  </a:lnTo>
                  <a:cubicBezTo>
                    <a:pt x="2502592" y="325215"/>
                    <a:pt x="2537615" y="332146"/>
                    <a:pt x="2565633" y="332146"/>
                  </a:cubicBezTo>
                  <a:cubicBezTo>
                    <a:pt x="2608603" y="332146"/>
                    <a:pt x="2641134" y="313170"/>
                    <a:pt x="2641134" y="273200"/>
                  </a:cubicBezTo>
                  <a:cubicBezTo>
                    <a:pt x="2641134" y="236728"/>
                    <a:pt x="2609614" y="218291"/>
                    <a:pt x="2555598" y="196287"/>
                  </a:cubicBezTo>
                  <a:cubicBezTo>
                    <a:pt x="2494644" y="171793"/>
                    <a:pt x="2464134" y="141377"/>
                    <a:pt x="2464134" y="93870"/>
                  </a:cubicBezTo>
                  <a:cubicBezTo>
                    <a:pt x="2464134" y="27926"/>
                    <a:pt x="2526097" y="0"/>
                    <a:pt x="2580114" y="0"/>
                  </a:cubicBezTo>
                  <a:cubicBezTo>
                    <a:pt x="2611567" y="0"/>
                    <a:pt x="2643088" y="4979"/>
                    <a:pt x="2668547" y="15006"/>
                  </a:cubicBezTo>
                  <a:lnTo>
                    <a:pt x="2658107" y="51477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2" name="Freeform 85">
              <a:extLst>
                <a:ext uri="{FF2B5EF4-FFF2-40B4-BE49-F238E27FC236}">
                  <a16:creationId xmlns:a16="http://schemas.microsoft.com/office/drawing/2014/main" id="{71601C3B-F177-1919-013F-8F2E4998C7F8}"/>
                </a:ext>
              </a:extLst>
            </p:cNvPr>
            <p:cNvSpPr/>
            <p:nvPr/>
          </p:nvSpPr>
          <p:spPr>
            <a:xfrm>
              <a:off x="651346" y="3716634"/>
              <a:ext cx="3307917" cy="368618"/>
            </a:xfrm>
            <a:custGeom>
              <a:avLst/>
              <a:gdLst>
                <a:gd name="csX0" fmla="*/ 0 w 3307917"/>
                <a:gd name="csY0" fmla="*/ 5989 h 368618"/>
                <a:gd name="csX1" fmla="*/ 101499 w 3307917"/>
                <a:gd name="csY1" fmla="*/ 5989 h 368618"/>
                <a:gd name="csX2" fmla="*/ 276479 w 3307917"/>
                <a:gd name="csY2" fmla="*/ 184309 h 368618"/>
                <a:gd name="csX3" fmla="*/ 101499 w 3307917"/>
                <a:gd name="csY3" fmla="*/ 362629 h 368618"/>
                <a:gd name="csX4" fmla="*/ 0 w 3307917"/>
                <a:gd name="csY4" fmla="*/ 362629 h 368618"/>
                <a:gd name="csX5" fmla="*/ 0 w 3307917"/>
                <a:gd name="csY5" fmla="*/ 5989 h 368618"/>
                <a:gd name="csX6" fmla="*/ 43577 w 3307917"/>
                <a:gd name="csY6" fmla="*/ 326157 h 368618"/>
                <a:gd name="csX7" fmla="*/ 95033 w 3307917"/>
                <a:gd name="csY7" fmla="*/ 326157 h 368618"/>
                <a:gd name="csX8" fmla="*/ 232970 w 3307917"/>
                <a:gd name="csY8" fmla="*/ 184309 h 368618"/>
                <a:gd name="csX9" fmla="*/ 95033 w 3307917"/>
                <a:gd name="csY9" fmla="*/ 42460 h 368618"/>
                <a:gd name="csX10" fmla="*/ 43577 w 3307917"/>
                <a:gd name="csY10" fmla="*/ 42460 h 368618"/>
                <a:gd name="csX11" fmla="*/ 43577 w 3307917"/>
                <a:gd name="csY11" fmla="*/ 326157 h 368618"/>
                <a:gd name="csX12" fmla="*/ 349556 w 3307917"/>
                <a:gd name="csY12" fmla="*/ 5989 h 368618"/>
                <a:gd name="csX13" fmla="*/ 545550 w 3307917"/>
                <a:gd name="csY13" fmla="*/ 5989 h 368618"/>
                <a:gd name="csX14" fmla="*/ 545550 w 3307917"/>
                <a:gd name="csY14" fmla="*/ 42460 h 368618"/>
                <a:gd name="csX15" fmla="*/ 393065 w 3307917"/>
                <a:gd name="csY15" fmla="*/ 42460 h 368618"/>
                <a:gd name="csX16" fmla="*/ 393065 w 3307917"/>
                <a:gd name="csY16" fmla="*/ 160825 h 368618"/>
                <a:gd name="csX17" fmla="*/ 533561 w 3307917"/>
                <a:gd name="csY17" fmla="*/ 160825 h 368618"/>
                <a:gd name="csX18" fmla="*/ 533561 w 3307917"/>
                <a:gd name="csY18" fmla="*/ 197296 h 368618"/>
                <a:gd name="csX19" fmla="*/ 393065 w 3307917"/>
                <a:gd name="csY19" fmla="*/ 197296 h 368618"/>
                <a:gd name="csX20" fmla="*/ 393065 w 3307917"/>
                <a:gd name="csY20" fmla="*/ 326157 h 368618"/>
                <a:gd name="csX21" fmla="*/ 549524 w 3307917"/>
                <a:gd name="csY21" fmla="*/ 326157 h 368618"/>
                <a:gd name="csX22" fmla="*/ 549524 w 3307917"/>
                <a:gd name="csY22" fmla="*/ 362629 h 368618"/>
                <a:gd name="csX23" fmla="*/ 349556 w 3307917"/>
                <a:gd name="csY23" fmla="*/ 362629 h 368618"/>
                <a:gd name="csX24" fmla="*/ 349556 w 3307917"/>
                <a:gd name="csY24" fmla="*/ 5989 h 368618"/>
                <a:gd name="csX25" fmla="*/ 577070 w 3307917"/>
                <a:gd name="csY25" fmla="*/ 5989 h 368618"/>
                <a:gd name="csX26" fmla="*/ 623611 w 3307917"/>
                <a:gd name="csY26" fmla="*/ 5989 h 368618"/>
                <a:gd name="csX27" fmla="*/ 732047 w 3307917"/>
                <a:gd name="csY27" fmla="*/ 323197 h 368618"/>
                <a:gd name="csX28" fmla="*/ 732990 w 3307917"/>
                <a:gd name="csY28" fmla="*/ 323197 h 368618"/>
                <a:gd name="csX29" fmla="*/ 841022 w 3307917"/>
                <a:gd name="csY29" fmla="*/ 5989 h 368618"/>
                <a:gd name="csX30" fmla="*/ 887562 w 3307917"/>
                <a:gd name="csY30" fmla="*/ 5989 h 368618"/>
                <a:gd name="csX31" fmla="*/ 759594 w 3307917"/>
                <a:gd name="csY31" fmla="*/ 362629 h 368618"/>
                <a:gd name="csX32" fmla="*/ 704096 w 3307917"/>
                <a:gd name="csY32" fmla="*/ 362629 h 368618"/>
                <a:gd name="csX33" fmla="*/ 577138 w 3307917"/>
                <a:gd name="csY33" fmla="*/ 5989 h 368618"/>
                <a:gd name="csX34" fmla="*/ 933025 w 3307917"/>
                <a:gd name="csY34" fmla="*/ 5989 h 368618"/>
                <a:gd name="csX35" fmla="*/ 1129019 w 3307917"/>
                <a:gd name="csY35" fmla="*/ 5989 h 368618"/>
                <a:gd name="csX36" fmla="*/ 1129019 w 3307917"/>
                <a:gd name="csY36" fmla="*/ 42460 h 368618"/>
                <a:gd name="csX37" fmla="*/ 976534 w 3307917"/>
                <a:gd name="csY37" fmla="*/ 42460 h 368618"/>
                <a:gd name="csX38" fmla="*/ 976534 w 3307917"/>
                <a:gd name="csY38" fmla="*/ 160825 h 368618"/>
                <a:gd name="csX39" fmla="*/ 1117030 w 3307917"/>
                <a:gd name="csY39" fmla="*/ 160825 h 368618"/>
                <a:gd name="csX40" fmla="*/ 1117030 w 3307917"/>
                <a:gd name="csY40" fmla="*/ 197296 h 368618"/>
                <a:gd name="csX41" fmla="*/ 976534 w 3307917"/>
                <a:gd name="csY41" fmla="*/ 197296 h 368618"/>
                <a:gd name="csX42" fmla="*/ 976534 w 3307917"/>
                <a:gd name="csY42" fmla="*/ 326157 h 368618"/>
                <a:gd name="csX43" fmla="*/ 1132992 w 3307917"/>
                <a:gd name="csY43" fmla="*/ 326157 h 368618"/>
                <a:gd name="csX44" fmla="*/ 1132992 w 3307917"/>
                <a:gd name="csY44" fmla="*/ 362629 h 368618"/>
                <a:gd name="csX45" fmla="*/ 933025 w 3307917"/>
                <a:gd name="csY45" fmla="*/ 362629 h 368618"/>
                <a:gd name="csX46" fmla="*/ 933025 w 3307917"/>
                <a:gd name="csY46" fmla="*/ 5989 h 368618"/>
                <a:gd name="csX47" fmla="*/ 1203106 w 3307917"/>
                <a:gd name="csY47" fmla="*/ 5989 h 368618"/>
                <a:gd name="csX48" fmla="*/ 1246615 w 3307917"/>
                <a:gd name="csY48" fmla="*/ 5989 h 368618"/>
                <a:gd name="csX49" fmla="*/ 1246615 w 3307917"/>
                <a:gd name="csY49" fmla="*/ 326157 h 368618"/>
                <a:gd name="csX50" fmla="*/ 1404622 w 3307917"/>
                <a:gd name="csY50" fmla="*/ 326157 h 368618"/>
                <a:gd name="csX51" fmla="*/ 1404622 w 3307917"/>
                <a:gd name="csY51" fmla="*/ 362629 h 368618"/>
                <a:gd name="csX52" fmla="*/ 1203173 w 3307917"/>
                <a:gd name="csY52" fmla="*/ 362629 h 368618"/>
                <a:gd name="csX53" fmla="*/ 1203173 w 3307917"/>
                <a:gd name="csY53" fmla="*/ 5989 h 368618"/>
                <a:gd name="csX54" fmla="*/ 1574551 w 3307917"/>
                <a:gd name="csY54" fmla="*/ 368618 h 368618"/>
                <a:gd name="csX55" fmla="*/ 1416005 w 3307917"/>
                <a:gd name="csY55" fmla="*/ 184847 h 368618"/>
                <a:gd name="csX56" fmla="*/ 1574551 w 3307917"/>
                <a:gd name="csY56" fmla="*/ 0 h 368618"/>
                <a:gd name="csX57" fmla="*/ 1733030 w 3307917"/>
                <a:gd name="csY57" fmla="*/ 184847 h 368618"/>
                <a:gd name="csX58" fmla="*/ 1574551 w 3307917"/>
                <a:gd name="csY58" fmla="*/ 368618 h 368618"/>
                <a:gd name="csX59" fmla="*/ 1574551 w 3307917"/>
                <a:gd name="csY59" fmla="*/ 36472 h 368618"/>
                <a:gd name="csX60" fmla="*/ 1459514 w 3307917"/>
                <a:gd name="csY60" fmla="*/ 184847 h 368618"/>
                <a:gd name="csX61" fmla="*/ 1574551 w 3307917"/>
                <a:gd name="csY61" fmla="*/ 332146 h 368618"/>
                <a:gd name="csX62" fmla="*/ 1689453 w 3307917"/>
                <a:gd name="csY62" fmla="*/ 184847 h 368618"/>
                <a:gd name="csX63" fmla="*/ 1574551 w 3307917"/>
                <a:gd name="csY63" fmla="*/ 36472 h 368618"/>
                <a:gd name="csX64" fmla="*/ 1791693 w 3307917"/>
                <a:gd name="csY64" fmla="*/ 5989 h 368618"/>
                <a:gd name="csX65" fmla="*/ 1908212 w 3307917"/>
                <a:gd name="csY65" fmla="*/ 5989 h 368618"/>
                <a:gd name="csX66" fmla="*/ 2026212 w 3307917"/>
                <a:gd name="csY66" fmla="*/ 106925 h 368618"/>
                <a:gd name="csX67" fmla="*/ 1908683 w 3307917"/>
                <a:gd name="csY67" fmla="*/ 213311 h 368618"/>
                <a:gd name="csX68" fmla="*/ 1835202 w 3307917"/>
                <a:gd name="csY68" fmla="*/ 213311 h 368618"/>
                <a:gd name="csX69" fmla="*/ 1835202 w 3307917"/>
                <a:gd name="csY69" fmla="*/ 362697 h 368618"/>
                <a:gd name="csX70" fmla="*/ 1791693 w 3307917"/>
                <a:gd name="csY70" fmla="*/ 362697 h 368618"/>
                <a:gd name="csX71" fmla="*/ 1791693 w 3307917"/>
                <a:gd name="csY71" fmla="*/ 6056 h 368618"/>
                <a:gd name="csX72" fmla="*/ 1835135 w 3307917"/>
                <a:gd name="csY72" fmla="*/ 176840 h 368618"/>
                <a:gd name="csX73" fmla="*/ 1904642 w 3307917"/>
                <a:gd name="csY73" fmla="*/ 176840 h 368618"/>
                <a:gd name="csX74" fmla="*/ 1982636 w 3307917"/>
                <a:gd name="csY74" fmla="*/ 108405 h 368618"/>
                <a:gd name="csX75" fmla="*/ 1900130 w 3307917"/>
                <a:gd name="csY75" fmla="*/ 42460 h 368618"/>
                <a:gd name="csX76" fmla="*/ 1835135 w 3307917"/>
                <a:gd name="csY76" fmla="*/ 42460 h 368618"/>
                <a:gd name="csX77" fmla="*/ 1835135 w 3307917"/>
                <a:gd name="csY77" fmla="*/ 176772 h 368618"/>
                <a:gd name="csX78" fmla="*/ 2253390 w 3307917"/>
                <a:gd name="csY78" fmla="*/ 323130 h 368618"/>
                <a:gd name="csX79" fmla="*/ 2254400 w 3307917"/>
                <a:gd name="csY79" fmla="*/ 323130 h 368618"/>
                <a:gd name="csX80" fmla="*/ 2354889 w 3307917"/>
                <a:gd name="csY80" fmla="*/ 5922 h 368618"/>
                <a:gd name="csX81" fmla="*/ 2429380 w 3307917"/>
                <a:gd name="csY81" fmla="*/ 5922 h 368618"/>
                <a:gd name="csX82" fmla="*/ 2429380 w 3307917"/>
                <a:gd name="csY82" fmla="*/ 362562 h 368618"/>
                <a:gd name="csX83" fmla="*/ 2387353 w 3307917"/>
                <a:gd name="csY83" fmla="*/ 362562 h 368618"/>
                <a:gd name="csX84" fmla="*/ 2387353 w 3307917"/>
                <a:gd name="csY84" fmla="*/ 38894 h 368618"/>
                <a:gd name="csX85" fmla="*/ 2386410 w 3307917"/>
                <a:gd name="csY85" fmla="*/ 38894 h 368618"/>
                <a:gd name="csX86" fmla="*/ 2280465 w 3307917"/>
                <a:gd name="csY86" fmla="*/ 362562 h 368618"/>
                <a:gd name="csX87" fmla="*/ 2225978 w 3307917"/>
                <a:gd name="csY87" fmla="*/ 362562 h 368618"/>
                <a:gd name="csX88" fmla="*/ 2123468 w 3307917"/>
                <a:gd name="csY88" fmla="*/ 38894 h 368618"/>
                <a:gd name="csX89" fmla="*/ 2122525 w 3307917"/>
                <a:gd name="csY89" fmla="*/ 38894 h 368618"/>
                <a:gd name="csX90" fmla="*/ 2122525 w 3307917"/>
                <a:gd name="csY90" fmla="*/ 362562 h 368618"/>
                <a:gd name="csX91" fmla="*/ 2081508 w 3307917"/>
                <a:gd name="csY91" fmla="*/ 362562 h 368618"/>
                <a:gd name="csX92" fmla="*/ 2081508 w 3307917"/>
                <a:gd name="csY92" fmla="*/ 5922 h 368618"/>
                <a:gd name="csX93" fmla="*/ 2154989 w 3307917"/>
                <a:gd name="csY93" fmla="*/ 5922 h 368618"/>
                <a:gd name="csX94" fmla="*/ 2253457 w 3307917"/>
                <a:gd name="csY94" fmla="*/ 323130 h 368618"/>
                <a:gd name="csX95" fmla="*/ 2498281 w 3307917"/>
                <a:gd name="csY95" fmla="*/ 5989 h 368618"/>
                <a:gd name="csX96" fmla="*/ 2694275 w 3307917"/>
                <a:gd name="csY96" fmla="*/ 5989 h 368618"/>
                <a:gd name="csX97" fmla="*/ 2694275 w 3307917"/>
                <a:gd name="csY97" fmla="*/ 42460 h 368618"/>
                <a:gd name="csX98" fmla="*/ 2541790 w 3307917"/>
                <a:gd name="csY98" fmla="*/ 42460 h 368618"/>
                <a:gd name="csX99" fmla="*/ 2541790 w 3307917"/>
                <a:gd name="csY99" fmla="*/ 160825 h 368618"/>
                <a:gd name="csX100" fmla="*/ 2682286 w 3307917"/>
                <a:gd name="csY100" fmla="*/ 160825 h 368618"/>
                <a:gd name="csX101" fmla="*/ 2682286 w 3307917"/>
                <a:gd name="csY101" fmla="*/ 197296 h 368618"/>
                <a:gd name="csX102" fmla="*/ 2541790 w 3307917"/>
                <a:gd name="csY102" fmla="*/ 197296 h 368618"/>
                <a:gd name="csX103" fmla="*/ 2541790 w 3307917"/>
                <a:gd name="csY103" fmla="*/ 326157 h 368618"/>
                <a:gd name="csX104" fmla="*/ 2698249 w 3307917"/>
                <a:gd name="csY104" fmla="*/ 326157 h 368618"/>
                <a:gd name="csX105" fmla="*/ 2698249 w 3307917"/>
                <a:gd name="csY105" fmla="*/ 362629 h 368618"/>
                <a:gd name="csX106" fmla="*/ 2498281 w 3307917"/>
                <a:gd name="csY106" fmla="*/ 362629 h 368618"/>
                <a:gd name="csX107" fmla="*/ 2498281 w 3307917"/>
                <a:gd name="csY107" fmla="*/ 5989 h 368618"/>
                <a:gd name="csX108" fmla="*/ 2979443 w 3307917"/>
                <a:gd name="csY108" fmla="*/ 316670 h 368618"/>
                <a:gd name="csX109" fmla="*/ 2980386 w 3307917"/>
                <a:gd name="csY109" fmla="*/ 316670 h 368618"/>
                <a:gd name="csX110" fmla="*/ 2980386 w 3307917"/>
                <a:gd name="csY110" fmla="*/ 5989 h 368618"/>
                <a:gd name="csX111" fmla="*/ 3021403 w 3307917"/>
                <a:gd name="csY111" fmla="*/ 5989 h 368618"/>
                <a:gd name="csX112" fmla="*/ 3021403 w 3307917"/>
                <a:gd name="csY112" fmla="*/ 362629 h 368618"/>
                <a:gd name="csX113" fmla="*/ 2957418 w 3307917"/>
                <a:gd name="csY113" fmla="*/ 362629 h 368618"/>
                <a:gd name="csX114" fmla="*/ 2800960 w 3307917"/>
                <a:gd name="csY114" fmla="*/ 49459 h 368618"/>
                <a:gd name="csX115" fmla="*/ 2799950 w 3307917"/>
                <a:gd name="csY115" fmla="*/ 49459 h 368618"/>
                <a:gd name="csX116" fmla="*/ 2799950 w 3307917"/>
                <a:gd name="csY116" fmla="*/ 362629 h 368618"/>
                <a:gd name="csX117" fmla="*/ 2759000 w 3307917"/>
                <a:gd name="csY117" fmla="*/ 362629 h 368618"/>
                <a:gd name="csX118" fmla="*/ 2759000 w 3307917"/>
                <a:gd name="csY118" fmla="*/ 5989 h 368618"/>
                <a:gd name="csX119" fmla="*/ 2824466 w 3307917"/>
                <a:gd name="csY119" fmla="*/ 5989 h 368618"/>
                <a:gd name="csX120" fmla="*/ 2979443 w 3307917"/>
                <a:gd name="csY120" fmla="*/ 316670 h 368618"/>
                <a:gd name="csX121" fmla="*/ 3159474 w 3307917"/>
                <a:gd name="csY121" fmla="*/ 42460 h 368618"/>
                <a:gd name="csX122" fmla="*/ 3051981 w 3307917"/>
                <a:gd name="csY122" fmla="*/ 42460 h 368618"/>
                <a:gd name="csX123" fmla="*/ 3051981 w 3307917"/>
                <a:gd name="csY123" fmla="*/ 5989 h 368618"/>
                <a:gd name="csX124" fmla="*/ 3307918 w 3307917"/>
                <a:gd name="csY124" fmla="*/ 5989 h 368618"/>
                <a:gd name="csX125" fmla="*/ 3307918 w 3307917"/>
                <a:gd name="csY125" fmla="*/ 42460 h 368618"/>
                <a:gd name="csX126" fmla="*/ 3202916 w 3307917"/>
                <a:gd name="csY126" fmla="*/ 42460 h 368618"/>
                <a:gd name="csX127" fmla="*/ 3202916 w 3307917"/>
                <a:gd name="csY127" fmla="*/ 362629 h 368618"/>
                <a:gd name="csX128" fmla="*/ 3159407 w 3307917"/>
                <a:gd name="csY128" fmla="*/ 362629 h 368618"/>
                <a:gd name="csX129" fmla="*/ 3159407 w 3307917"/>
                <a:gd name="csY129" fmla="*/ 42460 h 36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3307917" h="368618">
                  <a:moveTo>
                    <a:pt x="0" y="5989"/>
                  </a:moveTo>
                  <a:lnTo>
                    <a:pt x="101499" y="5989"/>
                  </a:lnTo>
                  <a:cubicBezTo>
                    <a:pt x="212024" y="5989"/>
                    <a:pt x="276479" y="74423"/>
                    <a:pt x="276479" y="184309"/>
                  </a:cubicBezTo>
                  <a:cubicBezTo>
                    <a:pt x="276479" y="294194"/>
                    <a:pt x="211485" y="362629"/>
                    <a:pt x="101499" y="362629"/>
                  </a:cubicBezTo>
                  <a:lnTo>
                    <a:pt x="0" y="362629"/>
                  </a:lnTo>
                  <a:lnTo>
                    <a:pt x="0" y="5989"/>
                  </a:lnTo>
                  <a:close/>
                  <a:moveTo>
                    <a:pt x="43577" y="326157"/>
                  </a:moveTo>
                  <a:lnTo>
                    <a:pt x="95033" y="326157"/>
                  </a:lnTo>
                  <a:cubicBezTo>
                    <a:pt x="186026" y="326157"/>
                    <a:pt x="232970" y="273200"/>
                    <a:pt x="232970" y="184309"/>
                  </a:cubicBezTo>
                  <a:cubicBezTo>
                    <a:pt x="232970" y="95418"/>
                    <a:pt x="185958" y="42460"/>
                    <a:pt x="95033" y="42460"/>
                  </a:cubicBezTo>
                  <a:lnTo>
                    <a:pt x="43577" y="42460"/>
                  </a:lnTo>
                  <a:lnTo>
                    <a:pt x="43577" y="326157"/>
                  </a:lnTo>
                  <a:close/>
                  <a:moveTo>
                    <a:pt x="349556" y="5989"/>
                  </a:moveTo>
                  <a:lnTo>
                    <a:pt x="545550" y="5989"/>
                  </a:lnTo>
                  <a:lnTo>
                    <a:pt x="545550" y="42460"/>
                  </a:lnTo>
                  <a:lnTo>
                    <a:pt x="393065" y="42460"/>
                  </a:lnTo>
                  <a:lnTo>
                    <a:pt x="393065" y="160825"/>
                  </a:lnTo>
                  <a:lnTo>
                    <a:pt x="533561" y="160825"/>
                  </a:lnTo>
                  <a:lnTo>
                    <a:pt x="533561" y="197296"/>
                  </a:lnTo>
                  <a:lnTo>
                    <a:pt x="393065" y="197296"/>
                  </a:lnTo>
                  <a:lnTo>
                    <a:pt x="393065" y="326157"/>
                  </a:lnTo>
                  <a:lnTo>
                    <a:pt x="549524" y="326157"/>
                  </a:lnTo>
                  <a:lnTo>
                    <a:pt x="549524" y="362629"/>
                  </a:lnTo>
                  <a:lnTo>
                    <a:pt x="349556" y="362629"/>
                  </a:lnTo>
                  <a:lnTo>
                    <a:pt x="349556" y="5989"/>
                  </a:lnTo>
                  <a:close/>
                  <a:moveTo>
                    <a:pt x="577070" y="5989"/>
                  </a:moveTo>
                  <a:lnTo>
                    <a:pt x="623611" y="5989"/>
                  </a:lnTo>
                  <a:lnTo>
                    <a:pt x="732047" y="323197"/>
                  </a:lnTo>
                  <a:lnTo>
                    <a:pt x="732990" y="323197"/>
                  </a:lnTo>
                  <a:lnTo>
                    <a:pt x="841022" y="5989"/>
                  </a:lnTo>
                  <a:lnTo>
                    <a:pt x="887562" y="5989"/>
                  </a:lnTo>
                  <a:lnTo>
                    <a:pt x="759594" y="362629"/>
                  </a:lnTo>
                  <a:lnTo>
                    <a:pt x="704096" y="362629"/>
                  </a:lnTo>
                  <a:lnTo>
                    <a:pt x="577138" y="5989"/>
                  </a:lnTo>
                  <a:close/>
                  <a:moveTo>
                    <a:pt x="933025" y="5989"/>
                  </a:moveTo>
                  <a:lnTo>
                    <a:pt x="1129019" y="5989"/>
                  </a:lnTo>
                  <a:lnTo>
                    <a:pt x="1129019" y="42460"/>
                  </a:lnTo>
                  <a:lnTo>
                    <a:pt x="976534" y="42460"/>
                  </a:lnTo>
                  <a:lnTo>
                    <a:pt x="976534" y="160825"/>
                  </a:lnTo>
                  <a:lnTo>
                    <a:pt x="1117030" y="160825"/>
                  </a:lnTo>
                  <a:lnTo>
                    <a:pt x="1117030" y="197296"/>
                  </a:lnTo>
                  <a:lnTo>
                    <a:pt x="976534" y="197296"/>
                  </a:lnTo>
                  <a:lnTo>
                    <a:pt x="976534" y="326157"/>
                  </a:lnTo>
                  <a:lnTo>
                    <a:pt x="1132992" y="326157"/>
                  </a:lnTo>
                  <a:lnTo>
                    <a:pt x="1132992" y="362629"/>
                  </a:lnTo>
                  <a:lnTo>
                    <a:pt x="933025" y="362629"/>
                  </a:lnTo>
                  <a:lnTo>
                    <a:pt x="933025" y="5989"/>
                  </a:lnTo>
                  <a:close/>
                  <a:moveTo>
                    <a:pt x="1203106" y="5989"/>
                  </a:moveTo>
                  <a:lnTo>
                    <a:pt x="1246615" y="5989"/>
                  </a:lnTo>
                  <a:lnTo>
                    <a:pt x="1246615" y="326157"/>
                  </a:lnTo>
                  <a:lnTo>
                    <a:pt x="1404622" y="326157"/>
                  </a:lnTo>
                  <a:lnTo>
                    <a:pt x="1404622" y="362629"/>
                  </a:lnTo>
                  <a:lnTo>
                    <a:pt x="1203173" y="362629"/>
                  </a:lnTo>
                  <a:lnTo>
                    <a:pt x="1203173" y="5989"/>
                  </a:lnTo>
                  <a:close/>
                  <a:moveTo>
                    <a:pt x="1574551" y="368618"/>
                  </a:moveTo>
                  <a:cubicBezTo>
                    <a:pt x="1473523" y="368618"/>
                    <a:pt x="1416005" y="291705"/>
                    <a:pt x="1416005" y="184847"/>
                  </a:cubicBezTo>
                  <a:cubicBezTo>
                    <a:pt x="1416005" y="77990"/>
                    <a:pt x="1472580" y="0"/>
                    <a:pt x="1574551" y="0"/>
                  </a:cubicBezTo>
                  <a:cubicBezTo>
                    <a:pt x="1676522" y="0"/>
                    <a:pt x="1733030" y="77384"/>
                    <a:pt x="1733030" y="184847"/>
                  </a:cubicBezTo>
                  <a:cubicBezTo>
                    <a:pt x="1733030" y="292310"/>
                    <a:pt x="1675511" y="368618"/>
                    <a:pt x="1574551" y="368618"/>
                  </a:cubicBezTo>
                  <a:moveTo>
                    <a:pt x="1574551" y="36472"/>
                  </a:moveTo>
                  <a:cubicBezTo>
                    <a:pt x="1496557" y="36472"/>
                    <a:pt x="1459514" y="103358"/>
                    <a:pt x="1459514" y="184847"/>
                  </a:cubicBezTo>
                  <a:cubicBezTo>
                    <a:pt x="1459514" y="266336"/>
                    <a:pt x="1496557" y="332146"/>
                    <a:pt x="1574551" y="332146"/>
                  </a:cubicBezTo>
                  <a:cubicBezTo>
                    <a:pt x="1652544" y="332146"/>
                    <a:pt x="1689453" y="265731"/>
                    <a:pt x="1689453" y="184847"/>
                  </a:cubicBezTo>
                  <a:cubicBezTo>
                    <a:pt x="1689453" y="103964"/>
                    <a:pt x="1652477" y="36472"/>
                    <a:pt x="1574551" y="36472"/>
                  </a:cubicBezTo>
                  <a:moveTo>
                    <a:pt x="1791693" y="5989"/>
                  </a:moveTo>
                  <a:lnTo>
                    <a:pt x="1908212" y="5989"/>
                  </a:lnTo>
                  <a:cubicBezTo>
                    <a:pt x="1971725" y="5989"/>
                    <a:pt x="2026212" y="29473"/>
                    <a:pt x="2026212" y="106925"/>
                  </a:cubicBezTo>
                  <a:cubicBezTo>
                    <a:pt x="2026212" y="184376"/>
                    <a:pt x="1971725" y="213311"/>
                    <a:pt x="1908683" y="213311"/>
                  </a:cubicBezTo>
                  <a:lnTo>
                    <a:pt x="1835202" y="213311"/>
                  </a:lnTo>
                  <a:lnTo>
                    <a:pt x="1835202" y="362697"/>
                  </a:lnTo>
                  <a:lnTo>
                    <a:pt x="1791693" y="362697"/>
                  </a:lnTo>
                  <a:lnTo>
                    <a:pt x="1791693" y="6056"/>
                  </a:lnTo>
                  <a:close/>
                  <a:moveTo>
                    <a:pt x="1835135" y="176840"/>
                  </a:moveTo>
                  <a:lnTo>
                    <a:pt x="1904642" y="176840"/>
                  </a:lnTo>
                  <a:cubicBezTo>
                    <a:pt x="1946131" y="176840"/>
                    <a:pt x="1982636" y="163382"/>
                    <a:pt x="1982636" y="108405"/>
                  </a:cubicBezTo>
                  <a:cubicBezTo>
                    <a:pt x="1982636" y="53429"/>
                    <a:pt x="1946131" y="42460"/>
                    <a:pt x="1900130" y="42460"/>
                  </a:cubicBezTo>
                  <a:lnTo>
                    <a:pt x="1835135" y="42460"/>
                  </a:lnTo>
                  <a:lnTo>
                    <a:pt x="1835135" y="176772"/>
                  </a:lnTo>
                  <a:close/>
                  <a:moveTo>
                    <a:pt x="2253390" y="323130"/>
                  </a:moveTo>
                  <a:lnTo>
                    <a:pt x="2254400" y="323130"/>
                  </a:lnTo>
                  <a:lnTo>
                    <a:pt x="2354889" y="5922"/>
                  </a:lnTo>
                  <a:lnTo>
                    <a:pt x="2429380" y="5922"/>
                  </a:lnTo>
                  <a:lnTo>
                    <a:pt x="2429380" y="362562"/>
                  </a:lnTo>
                  <a:lnTo>
                    <a:pt x="2387353" y="362562"/>
                  </a:lnTo>
                  <a:lnTo>
                    <a:pt x="2387353" y="38894"/>
                  </a:lnTo>
                  <a:lnTo>
                    <a:pt x="2386410" y="38894"/>
                  </a:lnTo>
                  <a:lnTo>
                    <a:pt x="2280465" y="362562"/>
                  </a:lnTo>
                  <a:lnTo>
                    <a:pt x="2225978" y="362562"/>
                  </a:lnTo>
                  <a:lnTo>
                    <a:pt x="2123468" y="38894"/>
                  </a:lnTo>
                  <a:lnTo>
                    <a:pt x="2122525" y="38894"/>
                  </a:lnTo>
                  <a:lnTo>
                    <a:pt x="2122525" y="362562"/>
                  </a:lnTo>
                  <a:lnTo>
                    <a:pt x="2081508" y="362562"/>
                  </a:lnTo>
                  <a:lnTo>
                    <a:pt x="2081508" y="5922"/>
                  </a:lnTo>
                  <a:lnTo>
                    <a:pt x="2154989" y="5922"/>
                  </a:lnTo>
                  <a:lnTo>
                    <a:pt x="2253457" y="323130"/>
                  </a:lnTo>
                  <a:close/>
                  <a:moveTo>
                    <a:pt x="2498281" y="5989"/>
                  </a:moveTo>
                  <a:lnTo>
                    <a:pt x="2694275" y="5989"/>
                  </a:lnTo>
                  <a:lnTo>
                    <a:pt x="2694275" y="42460"/>
                  </a:lnTo>
                  <a:lnTo>
                    <a:pt x="2541790" y="42460"/>
                  </a:lnTo>
                  <a:lnTo>
                    <a:pt x="2541790" y="160825"/>
                  </a:lnTo>
                  <a:lnTo>
                    <a:pt x="2682286" y="160825"/>
                  </a:lnTo>
                  <a:lnTo>
                    <a:pt x="2682286" y="197296"/>
                  </a:lnTo>
                  <a:lnTo>
                    <a:pt x="2541790" y="197296"/>
                  </a:lnTo>
                  <a:lnTo>
                    <a:pt x="2541790" y="326157"/>
                  </a:lnTo>
                  <a:lnTo>
                    <a:pt x="2698249" y="326157"/>
                  </a:lnTo>
                  <a:lnTo>
                    <a:pt x="2698249" y="362629"/>
                  </a:lnTo>
                  <a:lnTo>
                    <a:pt x="2498281" y="362629"/>
                  </a:lnTo>
                  <a:lnTo>
                    <a:pt x="2498281" y="5989"/>
                  </a:lnTo>
                  <a:close/>
                  <a:moveTo>
                    <a:pt x="2979443" y="316670"/>
                  </a:moveTo>
                  <a:lnTo>
                    <a:pt x="2980386" y="316670"/>
                  </a:lnTo>
                  <a:lnTo>
                    <a:pt x="2980386" y="5989"/>
                  </a:lnTo>
                  <a:lnTo>
                    <a:pt x="3021403" y="5989"/>
                  </a:lnTo>
                  <a:lnTo>
                    <a:pt x="3021403" y="362629"/>
                  </a:lnTo>
                  <a:lnTo>
                    <a:pt x="2957418" y="362629"/>
                  </a:lnTo>
                  <a:lnTo>
                    <a:pt x="2800960" y="49459"/>
                  </a:lnTo>
                  <a:lnTo>
                    <a:pt x="2799950" y="49459"/>
                  </a:lnTo>
                  <a:lnTo>
                    <a:pt x="2799950" y="362629"/>
                  </a:lnTo>
                  <a:lnTo>
                    <a:pt x="2759000" y="362629"/>
                  </a:lnTo>
                  <a:lnTo>
                    <a:pt x="2759000" y="5989"/>
                  </a:lnTo>
                  <a:lnTo>
                    <a:pt x="2824466" y="5989"/>
                  </a:lnTo>
                  <a:lnTo>
                    <a:pt x="2979443" y="316670"/>
                  </a:lnTo>
                  <a:close/>
                  <a:moveTo>
                    <a:pt x="3159474" y="42460"/>
                  </a:moveTo>
                  <a:lnTo>
                    <a:pt x="3051981" y="42460"/>
                  </a:lnTo>
                  <a:lnTo>
                    <a:pt x="3051981" y="5989"/>
                  </a:lnTo>
                  <a:lnTo>
                    <a:pt x="3307918" y="5989"/>
                  </a:lnTo>
                  <a:lnTo>
                    <a:pt x="3307918" y="42460"/>
                  </a:lnTo>
                  <a:lnTo>
                    <a:pt x="3202916" y="42460"/>
                  </a:lnTo>
                  <a:lnTo>
                    <a:pt x="3202916" y="362629"/>
                  </a:lnTo>
                  <a:lnTo>
                    <a:pt x="3159407" y="362629"/>
                  </a:lnTo>
                  <a:lnTo>
                    <a:pt x="3159407" y="42460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3" name="Freeform 86">
              <a:extLst>
                <a:ext uri="{FF2B5EF4-FFF2-40B4-BE49-F238E27FC236}">
                  <a16:creationId xmlns:a16="http://schemas.microsoft.com/office/drawing/2014/main" id="{CFD08B23-7EFE-F899-D8B4-7A9A5B1CDEE1}"/>
                </a:ext>
              </a:extLst>
            </p:cNvPr>
            <p:cNvSpPr/>
            <p:nvPr/>
          </p:nvSpPr>
          <p:spPr>
            <a:xfrm>
              <a:off x="4152630" y="3722623"/>
              <a:ext cx="1210716" cy="362629"/>
            </a:xfrm>
            <a:custGeom>
              <a:avLst/>
              <a:gdLst>
                <a:gd name="csX0" fmla="*/ 0 w 1210716"/>
                <a:gd name="csY0" fmla="*/ 67 h 362629"/>
                <a:gd name="csX1" fmla="*/ 187979 w 1210716"/>
                <a:gd name="csY1" fmla="*/ 67 h 362629"/>
                <a:gd name="csX2" fmla="*/ 187979 w 1210716"/>
                <a:gd name="csY2" fmla="*/ 36539 h 362629"/>
                <a:gd name="csX3" fmla="*/ 43509 w 1210716"/>
                <a:gd name="csY3" fmla="*/ 36539 h 362629"/>
                <a:gd name="csX4" fmla="*/ 43509 w 1210716"/>
                <a:gd name="csY4" fmla="*/ 154903 h 362629"/>
                <a:gd name="csX5" fmla="*/ 179493 w 1210716"/>
                <a:gd name="csY5" fmla="*/ 154903 h 362629"/>
                <a:gd name="csX6" fmla="*/ 179493 w 1210716"/>
                <a:gd name="csY6" fmla="*/ 191374 h 362629"/>
                <a:gd name="csX7" fmla="*/ 43509 w 1210716"/>
                <a:gd name="csY7" fmla="*/ 191374 h 362629"/>
                <a:gd name="csX8" fmla="*/ 43509 w 1210716"/>
                <a:gd name="csY8" fmla="*/ 356708 h 362629"/>
                <a:gd name="csX9" fmla="*/ 0 w 1210716"/>
                <a:gd name="csY9" fmla="*/ 356708 h 362629"/>
                <a:gd name="csX10" fmla="*/ 0 w 1210716"/>
                <a:gd name="csY10" fmla="*/ 135 h 362629"/>
                <a:gd name="csX11" fmla="*/ 506822 w 1210716"/>
                <a:gd name="csY11" fmla="*/ 251263 h 362629"/>
                <a:gd name="csX12" fmla="*/ 375352 w 1210716"/>
                <a:gd name="csY12" fmla="*/ 362629 h 362629"/>
                <a:gd name="csX13" fmla="*/ 244353 w 1210716"/>
                <a:gd name="csY13" fmla="*/ 251263 h 362629"/>
                <a:gd name="csX14" fmla="*/ 244353 w 1210716"/>
                <a:gd name="csY14" fmla="*/ 67 h 362629"/>
                <a:gd name="csX15" fmla="*/ 287862 w 1210716"/>
                <a:gd name="csY15" fmla="*/ 67 h 362629"/>
                <a:gd name="csX16" fmla="*/ 287862 w 1210716"/>
                <a:gd name="csY16" fmla="*/ 246822 h 362629"/>
                <a:gd name="csX17" fmla="*/ 374880 w 1210716"/>
                <a:gd name="csY17" fmla="*/ 326225 h 362629"/>
                <a:gd name="csX18" fmla="*/ 463380 w 1210716"/>
                <a:gd name="csY18" fmla="*/ 246822 h 362629"/>
                <a:gd name="csX19" fmla="*/ 463380 w 1210716"/>
                <a:gd name="csY19" fmla="*/ 67 h 362629"/>
                <a:gd name="csX20" fmla="*/ 506890 w 1210716"/>
                <a:gd name="csY20" fmla="*/ 67 h 362629"/>
                <a:gd name="csX21" fmla="*/ 506890 w 1210716"/>
                <a:gd name="csY21" fmla="*/ 251263 h 362629"/>
                <a:gd name="csX22" fmla="*/ 801958 w 1210716"/>
                <a:gd name="csY22" fmla="*/ 310681 h 362629"/>
                <a:gd name="csX23" fmla="*/ 802901 w 1210716"/>
                <a:gd name="csY23" fmla="*/ 310681 h 362629"/>
                <a:gd name="csX24" fmla="*/ 802901 w 1210716"/>
                <a:gd name="csY24" fmla="*/ 0 h 362629"/>
                <a:gd name="csX25" fmla="*/ 843918 w 1210716"/>
                <a:gd name="csY25" fmla="*/ 0 h 362629"/>
                <a:gd name="csX26" fmla="*/ 843918 w 1210716"/>
                <a:gd name="csY26" fmla="*/ 356573 h 362629"/>
                <a:gd name="csX27" fmla="*/ 779934 w 1210716"/>
                <a:gd name="csY27" fmla="*/ 356573 h 362629"/>
                <a:gd name="csX28" fmla="*/ 623476 w 1210716"/>
                <a:gd name="csY28" fmla="*/ 43402 h 362629"/>
                <a:gd name="csX29" fmla="*/ 622533 w 1210716"/>
                <a:gd name="csY29" fmla="*/ 43402 h 362629"/>
                <a:gd name="csX30" fmla="*/ 622533 w 1210716"/>
                <a:gd name="csY30" fmla="*/ 356573 h 362629"/>
                <a:gd name="csX31" fmla="*/ 581516 w 1210716"/>
                <a:gd name="csY31" fmla="*/ 356573 h 362629"/>
                <a:gd name="csX32" fmla="*/ 581516 w 1210716"/>
                <a:gd name="csY32" fmla="*/ 0 h 362629"/>
                <a:gd name="csX33" fmla="*/ 646982 w 1210716"/>
                <a:gd name="csY33" fmla="*/ 0 h 362629"/>
                <a:gd name="csX34" fmla="*/ 801958 w 1210716"/>
                <a:gd name="csY34" fmla="*/ 310681 h 362629"/>
                <a:gd name="csX35" fmla="*/ 934237 w 1210716"/>
                <a:gd name="csY35" fmla="*/ 67 h 362629"/>
                <a:gd name="csX36" fmla="*/ 1035737 w 1210716"/>
                <a:gd name="csY36" fmla="*/ 67 h 362629"/>
                <a:gd name="csX37" fmla="*/ 1210716 w 1210716"/>
                <a:gd name="csY37" fmla="*/ 178387 h 362629"/>
                <a:gd name="csX38" fmla="*/ 1035737 w 1210716"/>
                <a:gd name="csY38" fmla="*/ 356640 h 362629"/>
                <a:gd name="csX39" fmla="*/ 934237 w 1210716"/>
                <a:gd name="csY39" fmla="*/ 356640 h 362629"/>
                <a:gd name="csX40" fmla="*/ 934237 w 1210716"/>
                <a:gd name="csY40" fmla="*/ 67 h 362629"/>
                <a:gd name="csX41" fmla="*/ 977679 w 1210716"/>
                <a:gd name="csY41" fmla="*/ 320168 h 362629"/>
                <a:gd name="csX42" fmla="*/ 1029203 w 1210716"/>
                <a:gd name="csY42" fmla="*/ 320168 h 362629"/>
                <a:gd name="csX43" fmla="*/ 1167140 w 1210716"/>
                <a:gd name="csY43" fmla="*/ 178320 h 362629"/>
                <a:gd name="csX44" fmla="*/ 1029203 w 1210716"/>
                <a:gd name="csY44" fmla="*/ 36471 h 362629"/>
                <a:gd name="csX45" fmla="*/ 977679 w 1210716"/>
                <a:gd name="csY45" fmla="*/ 36471 h 362629"/>
                <a:gd name="csX46" fmla="*/ 977679 w 1210716"/>
                <a:gd name="csY46" fmla="*/ 320168 h 362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210716" h="362629">
                  <a:moveTo>
                    <a:pt x="0" y="67"/>
                  </a:moveTo>
                  <a:lnTo>
                    <a:pt x="187979" y="67"/>
                  </a:lnTo>
                  <a:lnTo>
                    <a:pt x="187979" y="36539"/>
                  </a:lnTo>
                  <a:lnTo>
                    <a:pt x="43509" y="36539"/>
                  </a:lnTo>
                  <a:lnTo>
                    <a:pt x="43509" y="154903"/>
                  </a:lnTo>
                  <a:lnTo>
                    <a:pt x="179493" y="154903"/>
                  </a:lnTo>
                  <a:lnTo>
                    <a:pt x="179493" y="191374"/>
                  </a:lnTo>
                  <a:lnTo>
                    <a:pt x="43509" y="191374"/>
                  </a:lnTo>
                  <a:lnTo>
                    <a:pt x="43509" y="356708"/>
                  </a:lnTo>
                  <a:lnTo>
                    <a:pt x="0" y="356708"/>
                  </a:lnTo>
                  <a:lnTo>
                    <a:pt x="0" y="135"/>
                  </a:lnTo>
                  <a:close/>
                  <a:moveTo>
                    <a:pt x="506822" y="251263"/>
                  </a:moveTo>
                  <a:cubicBezTo>
                    <a:pt x="506822" y="316199"/>
                    <a:pt x="457319" y="362629"/>
                    <a:pt x="375352" y="362629"/>
                  </a:cubicBezTo>
                  <a:cubicBezTo>
                    <a:pt x="293385" y="362629"/>
                    <a:pt x="244353" y="316199"/>
                    <a:pt x="244353" y="251263"/>
                  </a:cubicBezTo>
                  <a:lnTo>
                    <a:pt x="244353" y="67"/>
                  </a:lnTo>
                  <a:lnTo>
                    <a:pt x="287862" y="67"/>
                  </a:lnTo>
                  <a:lnTo>
                    <a:pt x="287862" y="246822"/>
                  </a:lnTo>
                  <a:cubicBezTo>
                    <a:pt x="287862" y="298703"/>
                    <a:pt x="317833" y="326225"/>
                    <a:pt x="374880" y="326225"/>
                  </a:cubicBezTo>
                  <a:cubicBezTo>
                    <a:pt x="431927" y="326225"/>
                    <a:pt x="463380" y="293791"/>
                    <a:pt x="463380" y="246822"/>
                  </a:cubicBezTo>
                  <a:lnTo>
                    <a:pt x="463380" y="67"/>
                  </a:lnTo>
                  <a:lnTo>
                    <a:pt x="506890" y="67"/>
                  </a:lnTo>
                  <a:lnTo>
                    <a:pt x="506890" y="251263"/>
                  </a:lnTo>
                  <a:close/>
                  <a:moveTo>
                    <a:pt x="801958" y="310681"/>
                  </a:moveTo>
                  <a:lnTo>
                    <a:pt x="802901" y="310681"/>
                  </a:lnTo>
                  <a:lnTo>
                    <a:pt x="802901" y="0"/>
                  </a:lnTo>
                  <a:lnTo>
                    <a:pt x="843918" y="0"/>
                  </a:lnTo>
                  <a:lnTo>
                    <a:pt x="843918" y="356573"/>
                  </a:lnTo>
                  <a:lnTo>
                    <a:pt x="779934" y="356573"/>
                  </a:lnTo>
                  <a:lnTo>
                    <a:pt x="623476" y="43402"/>
                  </a:lnTo>
                  <a:lnTo>
                    <a:pt x="622533" y="43402"/>
                  </a:lnTo>
                  <a:lnTo>
                    <a:pt x="622533" y="356573"/>
                  </a:lnTo>
                  <a:lnTo>
                    <a:pt x="581516" y="356573"/>
                  </a:lnTo>
                  <a:lnTo>
                    <a:pt x="581516" y="0"/>
                  </a:lnTo>
                  <a:lnTo>
                    <a:pt x="646982" y="0"/>
                  </a:lnTo>
                  <a:lnTo>
                    <a:pt x="801958" y="310681"/>
                  </a:lnTo>
                  <a:close/>
                  <a:moveTo>
                    <a:pt x="934237" y="67"/>
                  </a:moveTo>
                  <a:lnTo>
                    <a:pt x="1035737" y="67"/>
                  </a:lnTo>
                  <a:cubicBezTo>
                    <a:pt x="1146261" y="67"/>
                    <a:pt x="1210716" y="68502"/>
                    <a:pt x="1210716" y="178387"/>
                  </a:cubicBezTo>
                  <a:cubicBezTo>
                    <a:pt x="1210716" y="288273"/>
                    <a:pt x="1145722" y="356640"/>
                    <a:pt x="1035737" y="356640"/>
                  </a:cubicBezTo>
                  <a:lnTo>
                    <a:pt x="934237" y="356640"/>
                  </a:lnTo>
                  <a:lnTo>
                    <a:pt x="934237" y="67"/>
                  </a:lnTo>
                  <a:close/>
                  <a:moveTo>
                    <a:pt x="977679" y="320168"/>
                  </a:moveTo>
                  <a:lnTo>
                    <a:pt x="1029203" y="320168"/>
                  </a:lnTo>
                  <a:cubicBezTo>
                    <a:pt x="1120196" y="320168"/>
                    <a:pt x="1167140" y="267211"/>
                    <a:pt x="1167140" y="178320"/>
                  </a:cubicBezTo>
                  <a:cubicBezTo>
                    <a:pt x="1167140" y="89429"/>
                    <a:pt x="1120128" y="36471"/>
                    <a:pt x="1029203" y="36471"/>
                  </a:cubicBezTo>
                  <a:lnTo>
                    <a:pt x="977679" y="36471"/>
                  </a:lnTo>
                  <a:lnTo>
                    <a:pt x="977679" y="320168"/>
                  </a:ln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4" name="Freeform 87">
              <a:extLst>
                <a:ext uri="{FF2B5EF4-FFF2-40B4-BE49-F238E27FC236}">
                  <a16:creationId xmlns:a16="http://schemas.microsoft.com/office/drawing/2014/main" id="{0C5E27C0-1CC1-5234-9739-490B8FE95833}"/>
                </a:ext>
              </a:extLst>
            </p:cNvPr>
            <p:cNvSpPr/>
            <p:nvPr/>
          </p:nvSpPr>
          <p:spPr>
            <a:xfrm>
              <a:off x="651211" y="1758208"/>
              <a:ext cx="2016917" cy="519617"/>
            </a:xfrm>
            <a:custGeom>
              <a:avLst/>
              <a:gdLst>
                <a:gd name="csX0" fmla="*/ 391853 w 2016917"/>
                <a:gd name="csY0" fmla="*/ 488866 h 519617"/>
                <a:gd name="csX1" fmla="*/ 361747 w 2016917"/>
                <a:gd name="csY1" fmla="*/ 458114 h 519617"/>
                <a:gd name="csX2" fmla="*/ 330967 w 2016917"/>
                <a:gd name="csY2" fmla="*/ 488866 h 519617"/>
                <a:gd name="csX3" fmla="*/ 361747 w 2016917"/>
                <a:gd name="csY3" fmla="*/ 519618 h 519617"/>
                <a:gd name="csX4" fmla="*/ 391853 w 2016917"/>
                <a:gd name="csY4" fmla="*/ 488866 h 519617"/>
                <a:gd name="csX5" fmla="*/ 443579 w 2016917"/>
                <a:gd name="csY5" fmla="*/ 519551 h 519617"/>
                <a:gd name="csX6" fmla="*/ 473753 w 2016917"/>
                <a:gd name="csY6" fmla="*/ 488799 h 519617"/>
                <a:gd name="csX7" fmla="*/ 443579 w 2016917"/>
                <a:gd name="csY7" fmla="*/ 458047 h 519617"/>
                <a:gd name="csX8" fmla="*/ 412799 w 2016917"/>
                <a:gd name="csY8" fmla="*/ 488799 h 519617"/>
                <a:gd name="csX9" fmla="*/ 443579 w 2016917"/>
                <a:gd name="csY9" fmla="*/ 519551 h 519617"/>
                <a:gd name="csX10" fmla="*/ 1924511 w 2016917"/>
                <a:gd name="csY10" fmla="*/ 125632 h 519617"/>
                <a:gd name="csX11" fmla="*/ 1977584 w 2016917"/>
                <a:gd name="csY11" fmla="*/ 125632 h 519617"/>
                <a:gd name="csX12" fmla="*/ 1977584 w 2016917"/>
                <a:gd name="csY12" fmla="*/ 292512 h 519617"/>
                <a:gd name="csX13" fmla="*/ 1851097 w 2016917"/>
                <a:gd name="csY13" fmla="*/ 405089 h 519617"/>
                <a:gd name="csX14" fmla="*/ 1843689 w 2016917"/>
                <a:gd name="csY14" fmla="*/ 404753 h 519617"/>
                <a:gd name="csX15" fmla="*/ 1754111 w 2016917"/>
                <a:gd name="csY15" fmla="*/ 361216 h 519617"/>
                <a:gd name="csX16" fmla="*/ 1644125 w 2016917"/>
                <a:gd name="csY16" fmla="*/ 405089 h 519617"/>
                <a:gd name="csX17" fmla="*/ 1542626 w 2016917"/>
                <a:gd name="csY17" fmla="*/ 354689 h 519617"/>
                <a:gd name="csX18" fmla="*/ 1439780 w 2016917"/>
                <a:gd name="csY18" fmla="*/ 407646 h 519617"/>
                <a:gd name="csX19" fmla="*/ 1330333 w 2016917"/>
                <a:gd name="csY19" fmla="*/ 362494 h 519617"/>
                <a:gd name="csX20" fmla="*/ 1258940 w 2016917"/>
                <a:gd name="csY20" fmla="*/ 405022 h 519617"/>
                <a:gd name="csX21" fmla="*/ 554171 w 2016917"/>
                <a:gd name="csY21" fmla="*/ 405022 h 519617"/>
                <a:gd name="csX22" fmla="*/ 546425 w 2016917"/>
                <a:gd name="csY22" fmla="*/ 404686 h 519617"/>
                <a:gd name="csX23" fmla="*/ 457184 w 2016917"/>
                <a:gd name="csY23" fmla="*/ 361149 h 519617"/>
                <a:gd name="csX24" fmla="*/ 347199 w 2016917"/>
                <a:gd name="csY24" fmla="*/ 405022 h 519617"/>
                <a:gd name="csX25" fmla="*/ 331438 w 2016917"/>
                <a:gd name="csY25" fmla="*/ 405022 h 519617"/>
                <a:gd name="csX26" fmla="*/ 218152 w 2016917"/>
                <a:gd name="csY26" fmla="*/ 364446 h 519617"/>
                <a:gd name="csX27" fmla="*/ 131067 w 2016917"/>
                <a:gd name="csY27" fmla="*/ 382749 h 519617"/>
                <a:gd name="csX28" fmla="*/ 0 w 2016917"/>
                <a:gd name="csY28" fmla="*/ 257723 h 519617"/>
                <a:gd name="csX29" fmla="*/ 144133 w 2016917"/>
                <a:gd name="csY29" fmla="*/ 125564 h 519617"/>
                <a:gd name="csX30" fmla="*/ 262739 w 2016917"/>
                <a:gd name="csY30" fmla="*/ 125564 h 519617"/>
                <a:gd name="csX31" fmla="*/ 262739 w 2016917"/>
                <a:gd name="csY31" fmla="*/ 310748 h 519617"/>
                <a:gd name="csX32" fmla="*/ 333459 w 2016917"/>
                <a:gd name="csY32" fmla="*/ 361149 h 519617"/>
                <a:gd name="csX33" fmla="*/ 338712 w 2016917"/>
                <a:gd name="csY33" fmla="*/ 361149 h 519617"/>
                <a:gd name="csX34" fmla="*/ 419939 w 2016917"/>
                <a:gd name="csY34" fmla="*/ 282621 h 519617"/>
                <a:gd name="csX35" fmla="*/ 419939 w 2016917"/>
                <a:gd name="csY35" fmla="*/ 125564 h 519617"/>
                <a:gd name="csX36" fmla="*/ 473685 w 2016917"/>
                <a:gd name="csY36" fmla="*/ 125564 h 519617"/>
                <a:gd name="csX37" fmla="*/ 473685 w 2016917"/>
                <a:gd name="csY37" fmla="*/ 298299 h 519617"/>
                <a:gd name="csX38" fmla="*/ 545684 w 2016917"/>
                <a:gd name="csY38" fmla="*/ 361081 h 519617"/>
                <a:gd name="csX39" fmla="*/ 1243180 w 2016917"/>
                <a:gd name="csY39" fmla="*/ 361081 h 519617"/>
                <a:gd name="csX40" fmla="*/ 1295647 w 2016917"/>
                <a:gd name="csY40" fmla="*/ 306778 h 519617"/>
                <a:gd name="csX41" fmla="*/ 1437759 w 2016917"/>
                <a:gd name="csY41" fmla="*/ 121594 h 519617"/>
                <a:gd name="csX42" fmla="*/ 1569432 w 2016917"/>
                <a:gd name="csY42" fmla="*/ 261020 h 519617"/>
                <a:gd name="csX43" fmla="*/ 1563505 w 2016917"/>
                <a:gd name="csY43" fmla="*/ 308797 h 519617"/>
                <a:gd name="csX44" fmla="*/ 1635572 w 2016917"/>
                <a:gd name="csY44" fmla="*/ 361149 h 519617"/>
                <a:gd name="csX45" fmla="*/ 1716798 w 2016917"/>
                <a:gd name="csY45" fmla="*/ 282621 h 519617"/>
                <a:gd name="csX46" fmla="*/ 1716798 w 2016917"/>
                <a:gd name="csY46" fmla="*/ 125564 h 519617"/>
                <a:gd name="csX47" fmla="*/ 1770477 w 2016917"/>
                <a:gd name="csY47" fmla="*/ 125564 h 519617"/>
                <a:gd name="csX48" fmla="*/ 1770477 w 2016917"/>
                <a:gd name="csY48" fmla="*/ 298299 h 519617"/>
                <a:gd name="csX49" fmla="*/ 1842544 w 2016917"/>
                <a:gd name="csY49" fmla="*/ 361081 h 519617"/>
                <a:gd name="csX50" fmla="*/ 1924376 w 2016917"/>
                <a:gd name="csY50" fmla="*/ 282553 h 519617"/>
                <a:gd name="csX51" fmla="*/ 1924376 w 2016917"/>
                <a:gd name="csY51" fmla="*/ 125497 h 519617"/>
                <a:gd name="csX52" fmla="*/ 209127 w 2016917"/>
                <a:gd name="csY52" fmla="*/ 168832 h 519617"/>
                <a:gd name="csX53" fmla="*/ 150195 w 2016917"/>
                <a:gd name="csY53" fmla="*/ 168832 h 519617"/>
                <a:gd name="csX54" fmla="*/ 52602 w 2016917"/>
                <a:gd name="csY54" fmla="*/ 257858 h 519617"/>
                <a:gd name="csX55" fmla="*/ 135781 w 2016917"/>
                <a:gd name="csY55" fmla="*/ 337059 h 519617"/>
                <a:gd name="csX56" fmla="*/ 209127 w 2016917"/>
                <a:gd name="csY56" fmla="*/ 320707 h 519617"/>
                <a:gd name="csX57" fmla="*/ 209127 w 2016917"/>
                <a:gd name="csY57" fmla="*/ 168832 h 519617"/>
                <a:gd name="csX58" fmla="*/ 1515146 w 2016917"/>
                <a:gd name="csY58" fmla="*/ 263712 h 519617"/>
                <a:gd name="csX59" fmla="*/ 1437153 w 2016917"/>
                <a:gd name="csY59" fmla="*/ 167554 h 519617"/>
                <a:gd name="csX60" fmla="*/ 1344814 w 2016917"/>
                <a:gd name="csY60" fmla="*/ 315391 h 519617"/>
                <a:gd name="csX61" fmla="*/ 1441800 w 2016917"/>
                <a:gd name="csY61" fmla="*/ 361889 h 519617"/>
                <a:gd name="csX62" fmla="*/ 1515146 w 2016917"/>
                <a:gd name="csY62" fmla="*/ 263645 h 519617"/>
                <a:gd name="csX63" fmla="*/ 73548 w 2016917"/>
                <a:gd name="csY63" fmla="*/ 30752 h 519617"/>
                <a:gd name="csX64" fmla="*/ 104328 w 2016917"/>
                <a:gd name="csY64" fmla="*/ 0 h 519617"/>
                <a:gd name="csX65" fmla="*/ 134434 w 2016917"/>
                <a:gd name="csY65" fmla="*/ 30752 h 519617"/>
                <a:gd name="csX66" fmla="*/ 104328 w 2016917"/>
                <a:gd name="csY66" fmla="*/ 61504 h 519617"/>
                <a:gd name="csX67" fmla="*/ 73548 w 2016917"/>
                <a:gd name="csY67" fmla="*/ 30752 h 519617"/>
                <a:gd name="csX68" fmla="*/ 186160 w 2016917"/>
                <a:gd name="csY68" fmla="*/ 61504 h 519617"/>
                <a:gd name="csX69" fmla="*/ 216334 w 2016917"/>
                <a:gd name="csY69" fmla="*/ 30752 h 519617"/>
                <a:gd name="csX70" fmla="*/ 186160 w 2016917"/>
                <a:gd name="csY70" fmla="*/ 0 h 519617"/>
                <a:gd name="csX71" fmla="*/ 155381 w 2016917"/>
                <a:gd name="csY71" fmla="*/ 30752 h 519617"/>
                <a:gd name="csX72" fmla="*/ 186160 w 2016917"/>
                <a:gd name="csY72" fmla="*/ 61504 h 519617"/>
                <a:gd name="csX73" fmla="*/ 1743739 w 2016917"/>
                <a:gd name="csY73" fmla="*/ 61504 h 519617"/>
                <a:gd name="csX74" fmla="*/ 1773912 w 2016917"/>
                <a:gd name="csY74" fmla="*/ 30752 h 519617"/>
                <a:gd name="csX75" fmla="*/ 1743739 w 2016917"/>
                <a:gd name="csY75" fmla="*/ 0 h 519617"/>
                <a:gd name="csX76" fmla="*/ 1712959 w 2016917"/>
                <a:gd name="csY76" fmla="*/ 30752 h 519617"/>
                <a:gd name="csX77" fmla="*/ 1743739 w 2016917"/>
                <a:gd name="csY77" fmla="*/ 61504 h 519617"/>
                <a:gd name="csX78" fmla="*/ 1986811 w 2016917"/>
                <a:gd name="csY78" fmla="*/ 0 h 519617"/>
                <a:gd name="csX79" fmla="*/ 1956032 w 2016917"/>
                <a:gd name="csY79" fmla="*/ 30752 h 519617"/>
                <a:gd name="csX80" fmla="*/ 1986811 w 2016917"/>
                <a:gd name="csY80" fmla="*/ 61504 h 519617"/>
                <a:gd name="csX81" fmla="*/ 2016918 w 2016917"/>
                <a:gd name="csY81" fmla="*/ 30752 h 519617"/>
                <a:gd name="csX82" fmla="*/ 1986811 w 2016917"/>
                <a:gd name="csY82" fmla="*/ 0 h 519617"/>
                <a:gd name="csX83" fmla="*/ 1904912 w 2016917"/>
                <a:gd name="csY83" fmla="*/ 61504 h 519617"/>
                <a:gd name="csX84" fmla="*/ 1935018 w 2016917"/>
                <a:gd name="csY84" fmla="*/ 30752 h 519617"/>
                <a:gd name="csX85" fmla="*/ 1904912 w 2016917"/>
                <a:gd name="csY85" fmla="*/ 0 h 519617"/>
                <a:gd name="csX86" fmla="*/ 1874132 w 2016917"/>
                <a:gd name="csY86" fmla="*/ 30752 h 519617"/>
                <a:gd name="csX87" fmla="*/ 1904912 w 2016917"/>
                <a:gd name="csY87" fmla="*/ 61504 h 5196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2016917" h="519617">
                  <a:moveTo>
                    <a:pt x="391853" y="488866"/>
                  </a:moveTo>
                  <a:cubicBezTo>
                    <a:pt x="391853" y="471169"/>
                    <a:pt x="379460" y="458114"/>
                    <a:pt x="361747" y="458114"/>
                  </a:cubicBezTo>
                  <a:cubicBezTo>
                    <a:pt x="344033" y="458114"/>
                    <a:pt x="330967" y="471236"/>
                    <a:pt x="330967" y="488866"/>
                  </a:cubicBezTo>
                  <a:cubicBezTo>
                    <a:pt x="330967" y="506496"/>
                    <a:pt x="344100" y="519618"/>
                    <a:pt x="361747" y="519618"/>
                  </a:cubicBezTo>
                  <a:cubicBezTo>
                    <a:pt x="379393" y="519618"/>
                    <a:pt x="391853" y="506496"/>
                    <a:pt x="391853" y="488866"/>
                  </a:cubicBezTo>
                  <a:moveTo>
                    <a:pt x="443579" y="519551"/>
                  </a:moveTo>
                  <a:cubicBezTo>
                    <a:pt x="461293" y="519551"/>
                    <a:pt x="473753" y="506429"/>
                    <a:pt x="473753" y="488799"/>
                  </a:cubicBezTo>
                  <a:cubicBezTo>
                    <a:pt x="473753" y="471169"/>
                    <a:pt x="461293" y="458047"/>
                    <a:pt x="443579" y="458047"/>
                  </a:cubicBezTo>
                  <a:cubicBezTo>
                    <a:pt x="425866" y="458047"/>
                    <a:pt x="412799" y="471169"/>
                    <a:pt x="412799" y="488799"/>
                  </a:cubicBezTo>
                  <a:cubicBezTo>
                    <a:pt x="412799" y="506429"/>
                    <a:pt x="425933" y="519551"/>
                    <a:pt x="443579" y="519551"/>
                  </a:cubicBezTo>
                  <a:moveTo>
                    <a:pt x="1924511" y="125632"/>
                  </a:moveTo>
                  <a:lnTo>
                    <a:pt x="1977584" y="125632"/>
                  </a:lnTo>
                  <a:lnTo>
                    <a:pt x="1977584" y="292512"/>
                  </a:lnTo>
                  <a:cubicBezTo>
                    <a:pt x="1977584" y="367743"/>
                    <a:pt x="1935691" y="405089"/>
                    <a:pt x="1851097" y="405089"/>
                  </a:cubicBezTo>
                  <a:cubicBezTo>
                    <a:pt x="1848471" y="405089"/>
                    <a:pt x="1846046" y="404955"/>
                    <a:pt x="1843689" y="404753"/>
                  </a:cubicBezTo>
                  <a:cubicBezTo>
                    <a:pt x="1805433" y="403273"/>
                    <a:pt x="1771420" y="390757"/>
                    <a:pt x="1754111" y="361216"/>
                  </a:cubicBezTo>
                  <a:cubicBezTo>
                    <a:pt x="1734511" y="390689"/>
                    <a:pt x="1697805" y="405089"/>
                    <a:pt x="1644125" y="405089"/>
                  </a:cubicBezTo>
                  <a:cubicBezTo>
                    <a:pt x="1602233" y="405089"/>
                    <a:pt x="1561619" y="394592"/>
                    <a:pt x="1542626" y="354689"/>
                  </a:cubicBezTo>
                  <a:cubicBezTo>
                    <a:pt x="1519727" y="388065"/>
                    <a:pt x="1484299" y="407646"/>
                    <a:pt x="1439780" y="407646"/>
                  </a:cubicBezTo>
                  <a:cubicBezTo>
                    <a:pt x="1405026" y="407646"/>
                    <a:pt x="1368993" y="395871"/>
                    <a:pt x="1330333" y="362494"/>
                  </a:cubicBezTo>
                  <a:cubicBezTo>
                    <a:pt x="1320500" y="385373"/>
                    <a:pt x="1302786" y="405022"/>
                    <a:pt x="1258940" y="405022"/>
                  </a:cubicBezTo>
                  <a:lnTo>
                    <a:pt x="554171" y="405022"/>
                  </a:lnTo>
                  <a:cubicBezTo>
                    <a:pt x="551342" y="405022"/>
                    <a:pt x="548783" y="404888"/>
                    <a:pt x="546425" y="404686"/>
                  </a:cubicBezTo>
                  <a:cubicBezTo>
                    <a:pt x="508304" y="403205"/>
                    <a:pt x="474426" y="390555"/>
                    <a:pt x="457184" y="361149"/>
                  </a:cubicBezTo>
                  <a:cubicBezTo>
                    <a:pt x="437517" y="390622"/>
                    <a:pt x="400878" y="405022"/>
                    <a:pt x="347199" y="405022"/>
                  </a:cubicBezTo>
                  <a:lnTo>
                    <a:pt x="331438" y="405022"/>
                  </a:lnTo>
                  <a:cubicBezTo>
                    <a:pt x="279039" y="405022"/>
                    <a:pt x="237146" y="397822"/>
                    <a:pt x="218152" y="364446"/>
                  </a:cubicBezTo>
                  <a:cubicBezTo>
                    <a:pt x="200506" y="372319"/>
                    <a:pt x="171006" y="382749"/>
                    <a:pt x="131067" y="382749"/>
                  </a:cubicBezTo>
                  <a:cubicBezTo>
                    <a:pt x="67487" y="382749"/>
                    <a:pt x="0" y="351997"/>
                    <a:pt x="0" y="257723"/>
                  </a:cubicBezTo>
                  <a:cubicBezTo>
                    <a:pt x="0" y="173946"/>
                    <a:pt x="54353" y="125564"/>
                    <a:pt x="144133" y="125564"/>
                  </a:cubicBezTo>
                  <a:lnTo>
                    <a:pt x="262739" y="125564"/>
                  </a:lnTo>
                  <a:lnTo>
                    <a:pt x="262739" y="310748"/>
                  </a:lnTo>
                  <a:cubicBezTo>
                    <a:pt x="262739" y="350719"/>
                    <a:pt x="283012" y="361149"/>
                    <a:pt x="333459" y="361149"/>
                  </a:cubicBezTo>
                  <a:lnTo>
                    <a:pt x="338712" y="361149"/>
                  </a:lnTo>
                  <a:cubicBezTo>
                    <a:pt x="394412" y="361149"/>
                    <a:pt x="419939" y="338270"/>
                    <a:pt x="419939" y="282621"/>
                  </a:cubicBezTo>
                  <a:lnTo>
                    <a:pt x="419939" y="125564"/>
                  </a:lnTo>
                  <a:lnTo>
                    <a:pt x="473685" y="125564"/>
                  </a:lnTo>
                  <a:lnTo>
                    <a:pt x="473685" y="298299"/>
                  </a:lnTo>
                  <a:cubicBezTo>
                    <a:pt x="473685" y="340827"/>
                    <a:pt x="500559" y="361081"/>
                    <a:pt x="545684" y="361081"/>
                  </a:cubicBezTo>
                  <a:lnTo>
                    <a:pt x="1243180" y="361081"/>
                  </a:lnTo>
                  <a:cubicBezTo>
                    <a:pt x="1270053" y="361081"/>
                    <a:pt x="1293694" y="341433"/>
                    <a:pt x="1295647" y="306778"/>
                  </a:cubicBezTo>
                  <a:cubicBezTo>
                    <a:pt x="1301507" y="187001"/>
                    <a:pt x="1348047" y="121594"/>
                    <a:pt x="1437759" y="121594"/>
                  </a:cubicBezTo>
                  <a:cubicBezTo>
                    <a:pt x="1538652" y="121594"/>
                    <a:pt x="1569432" y="194874"/>
                    <a:pt x="1569432" y="261020"/>
                  </a:cubicBezTo>
                  <a:cubicBezTo>
                    <a:pt x="1569432" y="278045"/>
                    <a:pt x="1567412" y="293723"/>
                    <a:pt x="1563505" y="308797"/>
                  </a:cubicBezTo>
                  <a:cubicBezTo>
                    <a:pt x="1566805" y="347421"/>
                    <a:pt x="1595632" y="361149"/>
                    <a:pt x="1635572" y="361149"/>
                  </a:cubicBezTo>
                  <a:cubicBezTo>
                    <a:pt x="1691204" y="361149"/>
                    <a:pt x="1716798" y="338270"/>
                    <a:pt x="1716798" y="282621"/>
                  </a:cubicBezTo>
                  <a:lnTo>
                    <a:pt x="1716798" y="125564"/>
                  </a:lnTo>
                  <a:lnTo>
                    <a:pt x="1770477" y="125564"/>
                  </a:lnTo>
                  <a:lnTo>
                    <a:pt x="1770477" y="298299"/>
                  </a:lnTo>
                  <a:cubicBezTo>
                    <a:pt x="1770477" y="340827"/>
                    <a:pt x="1797351" y="361081"/>
                    <a:pt x="1842544" y="361081"/>
                  </a:cubicBezTo>
                  <a:cubicBezTo>
                    <a:pt x="1897570" y="361081"/>
                    <a:pt x="1924376" y="338203"/>
                    <a:pt x="1924376" y="282553"/>
                  </a:cubicBezTo>
                  <a:lnTo>
                    <a:pt x="1924376" y="125497"/>
                  </a:lnTo>
                  <a:close/>
                  <a:moveTo>
                    <a:pt x="209127" y="168832"/>
                  </a:moveTo>
                  <a:lnTo>
                    <a:pt x="150195" y="168832"/>
                  </a:lnTo>
                  <a:cubicBezTo>
                    <a:pt x="100422" y="168832"/>
                    <a:pt x="52602" y="182559"/>
                    <a:pt x="52602" y="257858"/>
                  </a:cubicBezTo>
                  <a:cubicBezTo>
                    <a:pt x="52602" y="326561"/>
                    <a:pt x="104328" y="337059"/>
                    <a:pt x="135781" y="337059"/>
                  </a:cubicBezTo>
                  <a:cubicBezTo>
                    <a:pt x="167235" y="337059"/>
                    <a:pt x="192761" y="330531"/>
                    <a:pt x="209127" y="320707"/>
                  </a:cubicBezTo>
                  <a:lnTo>
                    <a:pt x="209127" y="168832"/>
                  </a:lnTo>
                  <a:close/>
                  <a:moveTo>
                    <a:pt x="1515146" y="263712"/>
                  </a:moveTo>
                  <a:cubicBezTo>
                    <a:pt x="1515146" y="197632"/>
                    <a:pt x="1486320" y="167554"/>
                    <a:pt x="1437153" y="167554"/>
                  </a:cubicBezTo>
                  <a:cubicBezTo>
                    <a:pt x="1387986" y="167554"/>
                    <a:pt x="1350741" y="215936"/>
                    <a:pt x="1344814" y="315391"/>
                  </a:cubicBezTo>
                  <a:cubicBezTo>
                    <a:pt x="1378288" y="346143"/>
                    <a:pt x="1405094" y="361889"/>
                    <a:pt x="1441800" y="361889"/>
                  </a:cubicBezTo>
                  <a:cubicBezTo>
                    <a:pt x="1502080" y="361889"/>
                    <a:pt x="1515146" y="302942"/>
                    <a:pt x="1515146" y="263645"/>
                  </a:cubicBezTo>
                  <a:moveTo>
                    <a:pt x="73548" y="30752"/>
                  </a:moveTo>
                  <a:cubicBezTo>
                    <a:pt x="73548" y="13054"/>
                    <a:pt x="86682" y="0"/>
                    <a:pt x="104328" y="0"/>
                  </a:cubicBezTo>
                  <a:cubicBezTo>
                    <a:pt x="121974" y="0"/>
                    <a:pt x="134434" y="13122"/>
                    <a:pt x="134434" y="30752"/>
                  </a:cubicBezTo>
                  <a:cubicBezTo>
                    <a:pt x="134434" y="48382"/>
                    <a:pt x="121974" y="61504"/>
                    <a:pt x="104328" y="61504"/>
                  </a:cubicBezTo>
                  <a:cubicBezTo>
                    <a:pt x="86682" y="61504"/>
                    <a:pt x="73548" y="48382"/>
                    <a:pt x="73548" y="30752"/>
                  </a:cubicBezTo>
                  <a:moveTo>
                    <a:pt x="186160" y="61504"/>
                  </a:moveTo>
                  <a:cubicBezTo>
                    <a:pt x="203874" y="61504"/>
                    <a:pt x="216334" y="48382"/>
                    <a:pt x="216334" y="30752"/>
                  </a:cubicBezTo>
                  <a:cubicBezTo>
                    <a:pt x="216334" y="13122"/>
                    <a:pt x="203874" y="0"/>
                    <a:pt x="186160" y="0"/>
                  </a:cubicBezTo>
                  <a:cubicBezTo>
                    <a:pt x="168447" y="0"/>
                    <a:pt x="155381" y="13122"/>
                    <a:pt x="155381" y="30752"/>
                  </a:cubicBezTo>
                  <a:cubicBezTo>
                    <a:pt x="155381" y="48382"/>
                    <a:pt x="168514" y="61504"/>
                    <a:pt x="186160" y="61504"/>
                  </a:cubicBezTo>
                  <a:moveTo>
                    <a:pt x="1743739" y="61504"/>
                  </a:moveTo>
                  <a:cubicBezTo>
                    <a:pt x="1761452" y="61504"/>
                    <a:pt x="1773912" y="48382"/>
                    <a:pt x="1773912" y="30752"/>
                  </a:cubicBezTo>
                  <a:cubicBezTo>
                    <a:pt x="1773912" y="13122"/>
                    <a:pt x="1761452" y="0"/>
                    <a:pt x="1743739" y="0"/>
                  </a:cubicBezTo>
                  <a:cubicBezTo>
                    <a:pt x="1726025" y="0"/>
                    <a:pt x="1712959" y="13122"/>
                    <a:pt x="1712959" y="30752"/>
                  </a:cubicBezTo>
                  <a:cubicBezTo>
                    <a:pt x="1712959" y="48382"/>
                    <a:pt x="1726092" y="61504"/>
                    <a:pt x="1743739" y="61504"/>
                  </a:cubicBezTo>
                  <a:moveTo>
                    <a:pt x="1986811" y="0"/>
                  </a:moveTo>
                  <a:cubicBezTo>
                    <a:pt x="1969098" y="0"/>
                    <a:pt x="1956032" y="13122"/>
                    <a:pt x="1956032" y="30752"/>
                  </a:cubicBezTo>
                  <a:cubicBezTo>
                    <a:pt x="1956032" y="48382"/>
                    <a:pt x="1969165" y="61504"/>
                    <a:pt x="1986811" y="61504"/>
                  </a:cubicBezTo>
                  <a:cubicBezTo>
                    <a:pt x="2004458" y="61504"/>
                    <a:pt x="2016918" y="48382"/>
                    <a:pt x="2016918" y="30752"/>
                  </a:cubicBezTo>
                  <a:cubicBezTo>
                    <a:pt x="2016918" y="13122"/>
                    <a:pt x="2004458" y="0"/>
                    <a:pt x="1986811" y="0"/>
                  </a:cubicBezTo>
                  <a:moveTo>
                    <a:pt x="1904912" y="61504"/>
                  </a:moveTo>
                  <a:cubicBezTo>
                    <a:pt x="1922625" y="61504"/>
                    <a:pt x="1935018" y="48382"/>
                    <a:pt x="1935018" y="30752"/>
                  </a:cubicBezTo>
                  <a:cubicBezTo>
                    <a:pt x="1935018" y="13122"/>
                    <a:pt x="1922625" y="0"/>
                    <a:pt x="1904912" y="0"/>
                  </a:cubicBezTo>
                  <a:cubicBezTo>
                    <a:pt x="1887198" y="0"/>
                    <a:pt x="1874132" y="13122"/>
                    <a:pt x="1874132" y="30752"/>
                  </a:cubicBezTo>
                  <a:cubicBezTo>
                    <a:pt x="1874132" y="48382"/>
                    <a:pt x="1887198" y="61504"/>
                    <a:pt x="1904912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5" name="Freeform 88">
              <a:extLst>
                <a:ext uri="{FF2B5EF4-FFF2-40B4-BE49-F238E27FC236}">
                  <a16:creationId xmlns:a16="http://schemas.microsoft.com/office/drawing/2014/main" id="{2D17BE85-95A8-5F7F-3A16-EB80E490DBB4}"/>
                </a:ext>
              </a:extLst>
            </p:cNvPr>
            <p:cNvSpPr/>
            <p:nvPr/>
          </p:nvSpPr>
          <p:spPr>
            <a:xfrm>
              <a:off x="2869915" y="1758208"/>
              <a:ext cx="2493499" cy="519550"/>
            </a:xfrm>
            <a:custGeom>
              <a:avLst/>
              <a:gdLst>
                <a:gd name="csX0" fmla="*/ 445398 w 2493499"/>
                <a:gd name="csY0" fmla="*/ 379519 h 519550"/>
                <a:gd name="csX1" fmla="*/ 216873 w 2493499"/>
                <a:gd name="csY1" fmla="*/ 518945 h 519550"/>
                <a:gd name="csX2" fmla="*/ 0 w 2493499"/>
                <a:gd name="csY2" fmla="*/ 357313 h 519550"/>
                <a:gd name="csX3" fmla="*/ 35360 w 2493499"/>
                <a:gd name="csY3" fmla="*/ 229730 h 519550"/>
                <a:gd name="csX4" fmla="*/ 83786 w 2493499"/>
                <a:gd name="csY4" fmla="*/ 247428 h 519550"/>
                <a:gd name="csX5" fmla="*/ 55632 w 2493499"/>
                <a:gd name="csY5" fmla="*/ 361283 h 519550"/>
                <a:gd name="csX6" fmla="*/ 221992 w 2493499"/>
                <a:gd name="csY6" fmla="*/ 475812 h 519550"/>
                <a:gd name="csX7" fmla="*/ 389698 w 2493499"/>
                <a:gd name="csY7" fmla="*/ 393314 h 519550"/>
                <a:gd name="csX8" fmla="*/ 323558 w 2493499"/>
                <a:gd name="csY8" fmla="*/ 405089 h 519550"/>
                <a:gd name="csX9" fmla="*/ 178145 w 2493499"/>
                <a:gd name="csY9" fmla="*/ 271585 h 519550"/>
                <a:gd name="csX10" fmla="*/ 318305 w 2493499"/>
                <a:gd name="csY10" fmla="*/ 121729 h 519550"/>
                <a:gd name="csX11" fmla="*/ 445398 w 2493499"/>
                <a:gd name="csY11" fmla="*/ 249985 h 519550"/>
                <a:gd name="csX12" fmla="*/ 445398 w 2493499"/>
                <a:gd name="csY12" fmla="*/ 379586 h 519550"/>
                <a:gd name="csX13" fmla="*/ 390439 w 2493499"/>
                <a:gd name="csY13" fmla="*/ 268893 h 519550"/>
                <a:gd name="csX14" fmla="*/ 313792 w 2493499"/>
                <a:gd name="csY14" fmla="*/ 166881 h 519550"/>
                <a:gd name="csX15" fmla="*/ 233913 w 2493499"/>
                <a:gd name="csY15" fmla="*/ 268893 h 519550"/>
                <a:gd name="csX16" fmla="*/ 328879 w 2493499"/>
                <a:gd name="csY16" fmla="*/ 361149 h 519550"/>
                <a:gd name="csX17" fmla="*/ 390506 w 2493499"/>
                <a:gd name="csY17" fmla="*/ 347421 h 519550"/>
                <a:gd name="csX18" fmla="*/ 390506 w 2493499"/>
                <a:gd name="csY18" fmla="*/ 268893 h 519550"/>
                <a:gd name="csX19" fmla="*/ 797176 w 2493499"/>
                <a:gd name="csY19" fmla="*/ 249917 h 519550"/>
                <a:gd name="csX20" fmla="*/ 797176 w 2493499"/>
                <a:gd name="csY20" fmla="*/ 378240 h 519550"/>
                <a:gd name="csX21" fmla="*/ 662877 w 2493499"/>
                <a:gd name="csY21" fmla="*/ 519551 h 519550"/>
                <a:gd name="csX22" fmla="*/ 579024 w 2493499"/>
                <a:gd name="csY22" fmla="*/ 509121 h 519550"/>
                <a:gd name="csX23" fmla="*/ 586904 w 2493499"/>
                <a:gd name="csY23" fmla="*/ 467266 h 519550"/>
                <a:gd name="csX24" fmla="*/ 660250 w 2493499"/>
                <a:gd name="csY24" fmla="*/ 477696 h 519550"/>
                <a:gd name="csX25" fmla="*/ 742150 w 2493499"/>
                <a:gd name="csY25" fmla="*/ 393314 h 519550"/>
                <a:gd name="csX26" fmla="*/ 676010 w 2493499"/>
                <a:gd name="csY26" fmla="*/ 405089 h 519550"/>
                <a:gd name="csX27" fmla="*/ 529924 w 2493499"/>
                <a:gd name="csY27" fmla="*/ 271585 h 519550"/>
                <a:gd name="csX28" fmla="*/ 670689 w 2493499"/>
                <a:gd name="csY28" fmla="*/ 121729 h 519550"/>
                <a:gd name="csX29" fmla="*/ 797176 w 2493499"/>
                <a:gd name="csY29" fmla="*/ 249985 h 519550"/>
                <a:gd name="csX30" fmla="*/ 742756 w 2493499"/>
                <a:gd name="csY30" fmla="*/ 268893 h 519550"/>
                <a:gd name="csX31" fmla="*/ 666109 w 2493499"/>
                <a:gd name="csY31" fmla="*/ 166881 h 519550"/>
                <a:gd name="csX32" fmla="*/ 586230 w 2493499"/>
                <a:gd name="csY32" fmla="*/ 268893 h 519550"/>
                <a:gd name="csX33" fmla="*/ 681196 w 2493499"/>
                <a:gd name="csY33" fmla="*/ 361149 h 519550"/>
                <a:gd name="csX34" fmla="*/ 742756 w 2493499"/>
                <a:gd name="csY34" fmla="*/ 347421 h 519550"/>
                <a:gd name="csX35" fmla="*/ 742756 w 2493499"/>
                <a:gd name="csY35" fmla="*/ 268893 h 519550"/>
                <a:gd name="csX36" fmla="*/ 2493432 w 2493499"/>
                <a:gd name="csY36" fmla="*/ 269566 h 519550"/>
                <a:gd name="csX37" fmla="*/ 2493432 w 2493499"/>
                <a:gd name="csY37" fmla="*/ 292512 h 519550"/>
                <a:gd name="csX38" fmla="*/ 2377519 w 2493499"/>
                <a:gd name="csY38" fmla="*/ 405089 h 519550"/>
                <a:gd name="csX39" fmla="*/ 2036921 w 2493499"/>
                <a:gd name="csY39" fmla="*/ 405089 h 519550"/>
                <a:gd name="csX40" fmla="*/ 2030388 w 2493499"/>
                <a:gd name="csY40" fmla="*/ 404686 h 519550"/>
                <a:gd name="csX41" fmla="*/ 1942561 w 2493499"/>
                <a:gd name="csY41" fmla="*/ 361216 h 519550"/>
                <a:gd name="csX42" fmla="*/ 1832576 w 2493499"/>
                <a:gd name="csY42" fmla="*/ 405022 h 519550"/>
                <a:gd name="csX43" fmla="*/ 1832576 w 2493499"/>
                <a:gd name="csY43" fmla="*/ 405022 h 519550"/>
                <a:gd name="csX44" fmla="*/ 1198728 w 2493499"/>
                <a:gd name="csY44" fmla="*/ 405022 h 519550"/>
                <a:gd name="csX45" fmla="*/ 1189702 w 2493499"/>
                <a:gd name="csY45" fmla="*/ 404551 h 519550"/>
                <a:gd name="csX46" fmla="*/ 1112922 w 2493499"/>
                <a:gd name="csY46" fmla="*/ 363773 h 519550"/>
                <a:gd name="csX47" fmla="*/ 1012702 w 2493499"/>
                <a:gd name="csY47" fmla="*/ 405022 h 519550"/>
                <a:gd name="csX48" fmla="*/ 873149 w 2493499"/>
                <a:gd name="csY48" fmla="*/ 405022 h 519550"/>
                <a:gd name="csX49" fmla="*/ 873149 w 2493499"/>
                <a:gd name="csY49" fmla="*/ 361149 h 519550"/>
                <a:gd name="csX50" fmla="*/ 1000242 w 2493499"/>
                <a:gd name="csY50" fmla="*/ 361149 h 519550"/>
                <a:gd name="csX51" fmla="*/ 1074935 w 2493499"/>
                <a:gd name="csY51" fmla="*/ 282621 h 519550"/>
                <a:gd name="csX52" fmla="*/ 1074935 w 2493499"/>
                <a:gd name="csY52" fmla="*/ 267615 h 519550"/>
                <a:gd name="csX53" fmla="*/ 960909 w 2493499"/>
                <a:gd name="csY53" fmla="*/ 169438 h 519550"/>
                <a:gd name="csX54" fmla="*/ 913762 w 2493499"/>
                <a:gd name="csY54" fmla="*/ 169438 h 519550"/>
                <a:gd name="csX55" fmla="*/ 913762 w 2493499"/>
                <a:gd name="csY55" fmla="*/ 125632 h 519550"/>
                <a:gd name="csX56" fmla="*/ 979228 w 2493499"/>
                <a:gd name="csY56" fmla="*/ 125632 h 519550"/>
                <a:gd name="csX57" fmla="*/ 1128547 w 2493499"/>
                <a:gd name="csY57" fmla="*/ 255166 h 519550"/>
                <a:gd name="csX58" fmla="*/ 1128547 w 2493499"/>
                <a:gd name="csY58" fmla="*/ 298367 h 519550"/>
                <a:gd name="csX59" fmla="*/ 1190107 w 2493499"/>
                <a:gd name="csY59" fmla="*/ 361149 h 519550"/>
                <a:gd name="csX60" fmla="*/ 1823954 w 2493499"/>
                <a:gd name="csY60" fmla="*/ 361149 h 519550"/>
                <a:gd name="csX61" fmla="*/ 1905181 w 2493499"/>
                <a:gd name="csY61" fmla="*/ 282621 h 519550"/>
                <a:gd name="csX62" fmla="*/ 1905181 w 2493499"/>
                <a:gd name="csY62" fmla="*/ 125564 h 519550"/>
                <a:gd name="csX63" fmla="*/ 1958928 w 2493499"/>
                <a:gd name="csY63" fmla="*/ 125564 h 519550"/>
                <a:gd name="csX64" fmla="*/ 1958928 w 2493499"/>
                <a:gd name="csY64" fmla="*/ 298299 h 519550"/>
                <a:gd name="csX65" fmla="*/ 2030927 w 2493499"/>
                <a:gd name="csY65" fmla="*/ 361081 h 519550"/>
                <a:gd name="csX66" fmla="*/ 2102387 w 2493499"/>
                <a:gd name="csY66" fmla="*/ 361081 h 519550"/>
                <a:gd name="csX67" fmla="*/ 2102387 w 2493499"/>
                <a:gd name="csY67" fmla="*/ 125497 h 519550"/>
                <a:gd name="csX68" fmla="*/ 2156066 w 2493499"/>
                <a:gd name="csY68" fmla="*/ 125497 h 519550"/>
                <a:gd name="csX69" fmla="*/ 2156066 w 2493499"/>
                <a:gd name="csY69" fmla="*/ 169976 h 519550"/>
                <a:gd name="csX70" fmla="*/ 2333606 w 2493499"/>
                <a:gd name="csY70" fmla="*/ 121594 h 519550"/>
                <a:gd name="csX71" fmla="*/ 2493499 w 2493499"/>
                <a:gd name="csY71" fmla="*/ 269432 h 519550"/>
                <a:gd name="csX72" fmla="*/ 2439685 w 2493499"/>
                <a:gd name="csY72" fmla="*/ 283293 h 519550"/>
                <a:gd name="csX73" fmla="*/ 2327679 w 2493499"/>
                <a:gd name="csY73" fmla="*/ 166881 h 519550"/>
                <a:gd name="csX74" fmla="*/ 2156066 w 2493499"/>
                <a:gd name="csY74" fmla="*/ 217887 h 519550"/>
                <a:gd name="csX75" fmla="*/ 2156066 w 2493499"/>
                <a:gd name="csY75" fmla="*/ 361216 h 519550"/>
                <a:gd name="csX76" fmla="*/ 2365059 w 2493499"/>
                <a:gd name="csY76" fmla="*/ 361216 h 519550"/>
                <a:gd name="csX77" fmla="*/ 2439753 w 2493499"/>
                <a:gd name="csY77" fmla="*/ 283293 h 519550"/>
                <a:gd name="csX78" fmla="*/ 326858 w 2493499"/>
                <a:gd name="csY78" fmla="*/ 30752 h 519550"/>
                <a:gd name="csX79" fmla="*/ 357638 w 2493499"/>
                <a:gd name="csY79" fmla="*/ 0 h 519550"/>
                <a:gd name="csX80" fmla="*/ 387812 w 2493499"/>
                <a:gd name="csY80" fmla="*/ 30752 h 519550"/>
                <a:gd name="csX81" fmla="*/ 357638 w 2493499"/>
                <a:gd name="csY81" fmla="*/ 61504 h 519550"/>
                <a:gd name="csX82" fmla="*/ 326858 w 2493499"/>
                <a:gd name="csY82" fmla="*/ 30752 h 519550"/>
                <a:gd name="csX83" fmla="*/ 275738 w 2493499"/>
                <a:gd name="csY83" fmla="*/ 61504 h 519550"/>
                <a:gd name="csX84" fmla="*/ 305845 w 2493499"/>
                <a:gd name="csY84" fmla="*/ 30752 h 519550"/>
                <a:gd name="csX85" fmla="*/ 275738 w 2493499"/>
                <a:gd name="csY85" fmla="*/ 0 h 519550"/>
                <a:gd name="csX86" fmla="*/ 244959 w 2493499"/>
                <a:gd name="csY86" fmla="*/ 30752 h 519550"/>
                <a:gd name="csX87" fmla="*/ 275738 w 2493499"/>
                <a:gd name="csY87" fmla="*/ 61504 h 519550"/>
                <a:gd name="csX88" fmla="*/ 1932054 w 2493499"/>
                <a:gd name="csY88" fmla="*/ 61504 h 519550"/>
                <a:gd name="csX89" fmla="*/ 1962161 w 2493499"/>
                <a:gd name="csY89" fmla="*/ 30752 h 519550"/>
                <a:gd name="csX90" fmla="*/ 1932054 w 2493499"/>
                <a:gd name="csY90" fmla="*/ 0 h 519550"/>
                <a:gd name="csX91" fmla="*/ 1901275 w 2493499"/>
                <a:gd name="csY91" fmla="*/ 30752 h 519550"/>
                <a:gd name="csX92" fmla="*/ 1932054 w 2493499"/>
                <a:gd name="csY92" fmla="*/ 61504 h 51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2493499" h="519550">
                  <a:moveTo>
                    <a:pt x="445398" y="379519"/>
                  </a:moveTo>
                  <a:cubicBezTo>
                    <a:pt x="445398" y="469890"/>
                    <a:pt x="379864" y="518945"/>
                    <a:pt x="216873" y="518945"/>
                  </a:cubicBezTo>
                  <a:cubicBezTo>
                    <a:pt x="77320" y="518945"/>
                    <a:pt x="0" y="470563"/>
                    <a:pt x="0" y="357313"/>
                  </a:cubicBezTo>
                  <a:cubicBezTo>
                    <a:pt x="0" y="323331"/>
                    <a:pt x="11787" y="274277"/>
                    <a:pt x="35360" y="229730"/>
                  </a:cubicBezTo>
                  <a:lnTo>
                    <a:pt x="83786" y="247428"/>
                  </a:lnTo>
                  <a:cubicBezTo>
                    <a:pt x="64792" y="291234"/>
                    <a:pt x="55632" y="326629"/>
                    <a:pt x="55632" y="361283"/>
                  </a:cubicBezTo>
                  <a:cubicBezTo>
                    <a:pt x="55632" y="439811"/>
                    <a:pt x="111939" y="475812"/>
                    <a:pt x="221992" y="475812"/>
                  </a:cubicBezTo>
                  <a:cubicBezTo>
                    <a:pt x="332044" y="475812"/>
                    <a:pt x="389698" y="442436"/>
                    <a:pt x="389698" y="393314"/>
                  </a:cubicBezTo>
                  <a:cubicBezTo>
                    <a:pt x="375958" y="398562"/>
                    <a:pt x="357571" y="405089"/>
                    <a:pt x="323558" y="405089"/>
                  </a:cubicBezTo>
                  <a:cubicBezTo>
                    <a:pt x="227312" y="405089"/>
                    <a:pt x="178145" y="348162"/>
                    <a:pt x="178145" y="271585"/>
                  </a:cubicBezTo>
                  <a:cubicBezTo>
                    <a:pt x="178145" y="184578"/>
                    <a:pt x="235799" y="121729"/>
                    <a:pt x="318305" y="121729"/>
                  </a:cubicBezTo>
                  <a:cubicBezTo>
                    <a:pt x="400811" y="121729"/>
                    <a:pt x="445398" y="170784"/>
                    <a:pt x="445398" y="249985"/>
                  </a:cubicBezTo>
                  <a:lnTo>
                    <a:pt x="445398" y="379586"/>
                  </a:lnTo>
                  <a:close/>
                  <a:moveTo>
                    <a:pt x="390439" y="268893"/>
                  </a:moveTo>
                  <a:cubicBezTo>
                    <a:pt x="390439" y="209408"/>
                    <a:pt x="373399" y="166881"/>
                    <a:pt x="313792" y="166881"/>
                  </a:cubicBezTo>
                  <a:cubicBezTo>
                    <a:pt x="290219" y="166881"/>
                    <a:pt x="233913" y="178656"/>
                    <a:pt x="233913" y="268893"/>
                  </a:cubicBezTo>
                  <a:cubicBezTo>
                    <a:pt x="233913" y="342846"/>
                    <a:pt x="288939" y="361149"/>
                    <a:pt x="328879" y="361149"/>
                  </a:cubicBezTo>
                  <a:cubicBezTo>
                    <a:pt x="359659" y="361149"/>
                    <a:pt x="379999" y="352603"/>
                    <a:pt x="390506" y="347421"/>
                  </a:cubicBezTo>
                  <a:lnTo>
                    <a:pt x="390506" y="268893"/>
                  </a:lnTo>
                  <a:close/>
                  <a:moveTo>
                    <a:pt x="797176" y="249917"/>
                  </a:moveTo>
                  <a:lnTo>
                    <a:pt x="797176" y="378240"/>
                  </a:lnTo>
                  <a:cubicBezTo>
                    <a:pt x="797176" y="458720"/>
                    <a:pt x="765723" y="519551"/>
                    <a:pt x="662877" y="519551"/>
                  </a:cubicBezTo>
                  <a:cubicBezTo>
                    <a:pt x="636677" y="519551"/>
                    <a:pt x="604550" y="514975"/>
                    <a:pt x="579024" y="509121"/>
                  </a:cubicBezTo>
                  <a:lnTo>
                    <a:pt x="586904" y="467266"/>
                  </a:lnTo>
                  <a:cubicBezTo>
                    <a:pt x="607177" y="471842"/>
                    <a:pt x="634724" y="477696"/>
                    <a:pt x="660250" y="477696"/>
                  </a:cubicBezTo>
                  <a:cubicBezTo>
                    <a:pt x="711976" y="477696"/>
                    <a:pt x="742150" y="455490"/>
                    <a:pt x="742150" y="393314"/>
                  </a:cubicBezTo>
                  <a:cubicBezTo>
                    <a:pt x="728410" y="398562"/>
                    <a:pt x="710023" y="405089"/>
                    <a:pt x="676010" y="405089"/>
                  </a:cubicBezTo>
                  <a:cubicBezTo>
                    <a:pt x="580371" y="405089"/>
                    <a:pt x="529924" y="348162"/>
                    <a:pt x="529924" y="271585"/>
                  </a:cubicBezTo>
                  <a:cubicBezTo>
                    <a:pt x="529924" y="184578"/>
                    <a:pt x="588857" y="121729"/>
                    <a:pt x="670689" y="121729"/>
                  </a:cubicBezTo>
                  <a:cubicBezTo>
                    <a:pt x="752522" y="121729"/>
                    <a:pt x="797176" y="170784"/>
                    <a:pt x="797176" y="249985"/>
                  </a:cubicBezTo>
                  <a:moveTo>
                    <a:pt x="742756" y="268893"/>
                  </a:moveTo>
                  <a:cubicBezTo>
                    <a:pt x="742756" y="209408"/>
                    <a:pt x="725716" y="166881"/>
                    <a:pt x="666109" y="166881"/>
                  </a:cubicBezTo>
                  <a:cubicBezTo>
                    <a:pt x="642536" y="166881"/>
                    <a:pt x="586230" y="178656"/>
                    <a:pt x="586230" y="268893"/>
                  </a:cubicBezTo>
                  <a:cubicBezTo>
                    <a:pt x="586230" y="342846"/>
                    <a:pt x="641189" y="361149"/>
                    <a:pt x="681196" y="361149"/>
                  </a:cubicBezTo>
                  <a:cubicBezTo>
                    <a:pt x="711976" y="361149"/>
                    <a:pt x="732316" y="352603"/>
                    <a:pt x="742756" y="347421"/>
                  </a:cubicBezTo>
                  <a:lnTo>
                    <a:pt x="742756" y="268893"/>
                  </a:lnTo>
                  <a:close/>
                  <a:moveTo>
                    <a:pt x="2493432" y="269566"/>
                  </a:moveTo>
                  <a:lnTo>
                    <a:pt x="2493432" y="292512"/>
                  </a:lnTo>
                  <a:cubicBezTo>
                    <a:pt x="2493432" y="368416"/>
                    <a:pt x="2460631" y="405089"/>
                    <a:pt x="2377519" y="405089"/>
                  </a:cubicBezTo>
                  <a:lnTo>
                    <a:pt x="2036921" y="405089"/>
                  </a:lnTo>
                  <a:cubicBezTo>
                    <a:pt x="2034631" y="405089"/>
                    <a:pt x="2032476" y="404955"/>
                    <a:pt x="2030388" y="404686"/>
                  </a:cubicBezTo>
                  <a:cubicBezTo>
                    <a:pt x="1992806" y="402936"/>
                    <a:pt x="1959534" y="390218"/>
                    <a:pt x="1942561" y="361216"/>
                  </a:cubicBezTo>
                  <a:cubicBezTo>
                    <a:pt x="1922894" y="390622"/>
                    <a:pt x="1886255" y="405022"/>
                    <a:pt x="1832576" y="405022"/>
                  </a:cubicBezTo>
                  <a:lnTo>
                    <a:pt x="1832576" y="405022"/>
                  </a:lnTo>
                  <a:cubicBezTo>
                    <a:pt x="1832576" y="405022"/>
                    <a:pt x="1198728" y="405022"/>
                    <a:pt x="1198728" y="405022"/>
                  </a:cubicBezTo>
                  <a:cubicBezTo>
                    <a:pt x="1195360" y="405022"/>
                    <a:pt x="1192397" y="404820"/>
                    <a:pt x="1189702" y="404551"/>
                  </a:cubicBezTo>
                  <a:cubicBezTo>
                    <a:pt x="1163503" y="402263"/>
                    <a:pt x="1129894" y="390084"/>
                    <a:pt x="1112922" y="363773"/>
                  </a:cubicBezTo>
                  <a:cubicBezTo>
                    <a:pt x="1095208" y="390622"/>
                    <a:pt x="1064428" y="405022"/>
                    <a:pt x="1012702" y="405022"/>
                  </a:cubicBezTo>
                  <a:lnTo>
                    <a:pt x="873149" y="405022"/>
                  </a:lnTo>
                  <a:lnTo>
                    <a:pt x="873149" y="361149"/>
                  </a:lnTo>
                  <a:lnTo>
                    <a:pt x="1000242" y="361149"/>
                  </a:lnTo>
                  <a:cubicBezTo>
                    <a:pt x="1057895" y="361149"/>
                    <a:pt x="1074935" y="337597"/>
                    <a:pt x="1074935" y="282621"/>
                  </a:cubicBezTo>
                  <a:lnTo>
                    <a:pt x="1074935" y="267615"/>
                  </a:lnTo>
                  <a:cubicBezTo>
                    <a:pt x="1074935" y="207390"/>
                    <a:pt x="1052642" y="169438"/>
                    <a:pt x="960909" y="169438"/>
                  </a:cubicBezTo>
                  <a:lnTo>
                    <a:pt x="913762" y="169438"/>
                  </a:lnTo>
                  <a:lnTo>
                    <a:pt x="913762" y="125632"/>
                  </a:lnTo>
                  <a:lnTo>
                    <a:pt x="979228" y="125632"/>
                  </a:lnTo>
                  <a:cubicBezTo>
                    <a:pt x="1084027" y="125632"/>
                    <a:pt x="1128547" y="176705"/>
                    <a:pt x="1128547" y="255166"/>
                  </a:cubicBezTo>
                  <a:lnTo>
                    <a:pt x="1128547" y="298367"/>
                  </a:lnTo>
                  <a:cubicBezTo>
                    <a:pt x="1128547" y="331743"/>
                    <a:pt x="1152794" y="361149"/>
                    <a:pt x="1190107" y="361149"/>
                  </a:cubicBezTo>
                  <a:lnTo>
                    <a:pt x="1823954" y="361149"/>
                  </a:lnTo>
                  <a:cubicBezTo>
                    <a:pt x="1879655" y="361149"/>
                    <a:pt x="1905181" y="338270"/>
                    <a:pt x="1905181" y="282621"/>
                  </a:cubicBezTo>
                  <a:lnTo>
                    <a:pt x="1905181" y="125564"/>
                  </a:lnTo>
                  <a:lnTo>
                    <a:pt x="1958928" y="125564"/>
                  </a:lnTo>
                  <a:lnTo>
                    <a:pt x="1958928" y="298299"/>
                  </a:lnTo>
                  <a:cubicBezTo>
                    <a:pt x="1958928" y="340827"/>
                    <a:pt x="1985801" y="361081"/>
                    <a:pt x="2030927" y="361081"/>
                  </a:cubicBezTo>
                  <a:lnTo>
                    <a:pt x="2102387" y="361081"/>
                  </a:lnTo>
                  <a:lnTo>
                    <a:pt x="2102387" y="125497"/>
                  </a:lnTo>
                  <a:lnTo>
                    <a:pt x="2156066" y="125497"/>
                  </a:lnTo>
                  <a:lnTo>
                    <a:pt x="2156066" y="169976"/>
                  </a:lnTo>
                  <a:cubicBezTo>
                    <a:pt x="2221533" y="136600"/>
                    <a:pt x="2277906" y="121594"/>
                    <a:pt x="2333606" y="121594"/>
                  </a:cubicBezTo>
                  <a:cubicBezTo>
                    <a:pt x="2459352" y="121594"/>
                    <a:pt x="2493499" y="198171"/>
                    <a:pt x="2493499" y="269432"/>
                  </a:cubicBezTo>
                  <a:moveTo>
                    <a:pt x="2439685" y="283293"/>
                  </a:moveTo>
                  <a:cubicBezTo>
                    <a:pt x="2439685" y="217214"/>
                    <a:pt x="2409579" y="166881"/>
                    <a:pt x="2327679" y="166881"/>
                  </a:cubicBezTo>
                  <a:cubicBezTo>
                    <a:pt x="2267399" y="166881"/>
                    <a:pt x="2208466" y="187135"/>
                    <a:pt x="2156066" y="217887"/>
                  </a:cubicBezTo>
                  <a:lnTo>
                    <a:pt x="2156066" y="361216"/>
                  </a:lnTo>
                  <a:lnTo>
                    <a:pt x="2365059" y="361216"/>
                  </a:lnTo>
                  <a:cubicBezTo>
                    <a:pt x="2422712" y="361216"/>
                    <a:pt x="2439753" y="338337"/>
                    <a:pt x="2439753" y="283293"/>
                  </a:cubicBezTo>
                  <a:moveTo>
                    <a:pt x="326858" y="30752"/>
                  </a:moveTo>
                  <a:cubicBezTo>
                    <a:pt x="326858" y="13054"/>
                    <a:pt x="339992" y="0"/>
                    <a:pt x="357638" y="0"/>
                  </a:cubicBezTo>
                  <a:cubicBezTo>
                    <a:pt x="375284" y="0"/>
                    <a:pt x="387812" y="13122"/>
                    <a:pt x="387812" y="30752"/>
                  </a:cubicBezTo>
                  <a:cubicBezTo>
                    <a:pt x="387812" y="48382"/>
                    <a:pt x="375352" y="61504"/>
                    <a:pt x="357638" y="61504"/>
                  </a:cubicBezTo>
                  <a:cubicBezTo>
                    <a:pt x="339925" y="61504"/>
                    <a:pt x="326858" y="48382"/>
                    <a:pt x="326858" y="30752"/>
                  </a:cubicBezTo>
                  <a:moveTo>
                    <a:pt x="275738" y="61504"/>
                  </a:moveTo>
                  <a:cubicBezTo>
                    <a:pt x="293452" y="61504"/>
                    <a:pt x="305845" y="48382"/>
                    <a:pt x="305845" y="30752"/>
                  </a:cubicBezTo>
                  <a:cubicBezTo>
                    <a:pt x="305845" y="13122"/>
                    <a:pt x="293452" y="0"/>
                    <a:pt x="275738" y="0"/>
                  </a:cubicBezTo>
                  <a:cubicBezTo>
                    <a:pt x="258025" y="0"/>
                    <a:pt x="244959" y="13122"/>
                    <a:pt x="244959" y="30752"/>
                  </a:cubicBezTo>
                  <a:cubicBezTo>
                    <a:pt x="244959" y="48382"/>
                    <a:pt x="258092" y="61504"/>
                    <a:pt x="275738" y="61504"/>
                  </a:cubicBezTo>
                  <a:moveTo>
                    <a:pt x="1932054" y="61504"/>
                  </a:moveTo>
                  <a:cubicBezTo>
                    <a:pt x="1949768" y="61504"/>
                    <a:pt x="1962161" y="48382"/>
                    <a:pt x="1962161" y="30752"/>
                  </a:cubicBezTo>
                  <a:cubicBezTo>
                    <a:pt x="1962161" y="13122"/>
                    <a:pt x="1949768" y="0"/>
                    <a:pt x="1932054" y="0"/>
                  </a:cubicBezTo>
                  <a:cubicBezTo>
                    <a:pt x="1914341" y="0"/>
                    <a:pt x="1901275" y="13122"/>
                    <a:pt x="1901275" y="30752"/>
                  </a:cubicBezTo>
                  <a:cubicBezTo>
                    <a:pt x="1901275" y="48382"/>
                    <a:pt x="1914341" y="61504"/>
                    <a:pt x="1932054" y="61504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6" name="Freeform 89">
              <a:extLst>
                <a:ext uri="{FF2B5EF4-FFF2-40B4-BE49-F238E27FC236}">
                  <a16:creationId xmlns:a16="http://schemas.microsoft.com/office/drawing/2014/main" id="{6F5A9370-F6CC-3BA9-B7E6-4E3419AB765B}"/>
                </a:ext>
              </a:extLst>
            </p:cNvPr>
            <p:cNvSpPr/>
            <p:nvPr/>
          </p:nvSpPr>
          <p:spPr>
            <a:xfrm>
              <a:off x="5770224" y="1834448"/>
              <a:ext cx="1353092" cy="2309615"/>
            </a:xfrm>
            <a:custGeom>
              <a:avLst/>
              <a:gdLst>
                <a:gd name="csX0" fmla="*/ 253574 w 1353092"/>
                <a:gd name="csY0" fmla="*/ 2186272 h 2309615"/>
                <a:gd name="csX1" fmla="*/ 1222228 w 1353092"/>
                <a:gd name="csY1" fmla="*/ 934465 h 2309615"/>
                <a:gd name="csX2" fmla="*/ 158608 w 1353092"/>
                <a:gd name="csY2" fmla="*/ 1929895 h 2309615"/>
                <a:gd name="csX3" fmla="*/ 1948 w 1353092"/>
                <a:gd name="csY3" fmla="*/ 790867 h 2309615"/>
                <a:gd name="csX4" fmla="*/ 325708 w 1353092"/>
                <a:gd name="csY4" fmla="*/ 1211500 h 2309615"/>
                <a:gd name="csX5" fmla="*/ 332106 w 1353092"/>
                <a:gd name="csY5" fmla="*/ 822224 h 2309615"/>
                <a:gd name="csX6" fmla="*/ 656405 w 1353092"/>
                <a:gd name="csY6" fmla="*/ 1096232 h 2309615"/>
                <a:gd name="csX7" fmla="*/ 468628 w 1353092"/>
                <a:gd name="csY7" fmla="*/ 587380 h 2309615"/>
                <a:gd name="csX8" fmla="*/ 1098570 w 1353092"/>
                <a:gd name="csY8" fmla="*/ 679837 h 2309615"/>
                <a:gd name="csX9" fmla="*/ 416094 w 1353092"/>
                <a:gd name="csY9" fmla="*/ 299376 h 2309615"/>
                <a:gd name="csX10" fmla="*/ 473815 w 1353092"/>
                <a:gd name="csY10" fmla="*/ 273536 h 2309615"/>
                <a:gd name="csX11" fmla="*/ 946490 w 1353092"/>
                <a:gd name="csY11" fmla="*/ 0 h 2309615"/>
                <a:gd name="csX12" fmla="*/ 1294429 w 1353092"/>
                <a:gd name="csY12" fmla="*/ 595522 h 2309615"/>
                <a:gd name="csX13" fmla="*/ 1294429 w 1353092"/>
                <a:gd name="csY13" fmla="*/ 595522 h 2309615"/>
                <a:gd name="csX14" fmla="*/ 1353093 w 1353092"/>
                <a:gd name="csY14" fmla="*/ 849140 h 2309615"/>
                <a:gd name="csX15" fmla="*/ 1304061 w 1353092"/>
                <a:gd name="csY15" fmla="*/ 1082235 h 2309615"/>
                <a:gd name="csX16" fmla="*/ 308938 w 1353092"/>
                <a:gd name="csY16" fmla="*/ 2309616 h 2309615"/>
                <a:gd name="csX17" fmla="*/ 253439 w 1353092"/>
                <a:gd name="csY17" fmla="*/ 2186272 h 2309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353092" h="2309615">
                  <a:moveTo>
                    <a:pt x="253574" y="2186272"/>
                  </a:moveTo>
                  <a:cubicBezTo>
                    <a:pt x="402421" y="2035743"/>
                    <a:pt x="1052973" y="1363173"/>
                    <a:pt x="1222228" y="934465"/>
                  </a:cubicBezTo>
                  <a:cubicBezTo>
                    <a:pt x="1222228" y="934465"/>
                    <a:pt x="549855" y="1705952"/>
                    <a:pt x="158608" y="1929895"/>
                  </a:cubicBezTo>
                  <a:cubicBezTo>
                    <a:pt x="42830" y="1569352"/>
                    <a:pt x="-11253" y="1179133"/>
                    <a:pt x="1948" y="790867"/>
                  </a:cubicBezTo>
                  <a:cubicBezTo>
                    <a:pt x="153220" y="886958"/>
                    <a:pt x="245357" y="1114265"/>
                    <a:pt x="325708" y="1211500"/>
                  </a:cubicBezTo>
                  <a:cubicBezTo>
                    <a:pt x="348944" y="1053906"/>
                    <a:pt x="350494" y="903377"/>
                    <a:pt x="332106" y="822224"/>
                  </a:cubicBezTo>
                  <a:cubicBezTo>
                    <a:pt x="454081" y="902838"/>
                    <a:pt x="563662" y="994286"/>
                    <a:pt x="656405" y="1096232"/>
                  </a:cubicBezTo>
                  <a:cubicBezTo>
                    <a:pt x="646370" y="910038"/>
                    <a:pt x="580433" y="736294"/>
                    <a:pt x="468628" y="587380"/>
                  </a:cubicBezTo>
                  <a:cubicBezTo>
                    <a:pt x="686579" y="592696"/>
                    <a:pt x="899276" y="623582"/>
                    <a:pt x="1098570" y="679837"/>
                  </a:cubicBezTo>
                  <a:cubicBezTo>
                    <a:pt x="926891" y="494922"/>
                    <a:pt x="687253" y="364513"/>
                    <a:pt x="416094" y="299376"/>
                  </a:cubicBezTo>
                  <a:cubicBezTo>
                    <a:pt x="434010" y="291638"/>
                    <a:pt x="453138" y="283226"/>
                    <a:pt x="473815" y="273536"/>
                  </a:cubicBezTo>
                  <a:cubicBezTo>
                    <a:pt x="688936" y="173475"/>
                    <a:pt x="851052" y="68300"/>
                    <a:pt x="946490" y="0"/>
                  </a:cubicBezTo>
                  <a:cubicBezTo>
                    <a:pt x="1086851" y="207457"/>
                    <a:pt x="1216503" y="422854"/>
                    <a:pt x="1294429" y="595522"/>
                  </a:cubicBezTo>
                  <a:lnTo>
                    <a:pt x="1294429" y="595522"/>
                  </a:lnTo>
                  <a:cubicBezTo>
                    <a:pt x="1332012" y="672099"/>
                    <a:pt x="1353093" y="758163"/>
                    <a:pt x="1353093" y="849140"/>
                  </a:cubicBezTo>
                  <a:cubicBezTo>
                    <a:pt x="1353093" y="932110"/>
                    <a:pt x="1335581" y="1010907"/>
                    <a:pt x="1304061" y="1082235"/>
                  </a:cubicBezTo>
                  <a:cubicBezTo>
                    <a:pt x="1132381" y="1457515"/>
                    <a:pt x="687657" y="1994157"/>
                    <a:pt x="308938" y="2309616"/>
                  </a:cubicBezTo>
                  <a:cubicBezTo>
                    <a:pt x="289540" y="2269107"/>
                    <a:pt x="271085" y="2227925"/>
                    <a:pt x="253439" y="2186272"/>
                  </a:cubicBezTo>
                  <a:close/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7" name="Freeform 90">
              <a:extLst>
                <a:ext uri="{FF2B5EF4-FFF2-40B4-BE49-F238E27FC236}">
                  <a16:creationId xmlns:a16="http://schemas.microsoft.com/office/drawing/2014/main" id="{FA4EB7E7-8372-9E2F-69A8-35418F3B10CA}"/>
                </a:ext>
              </a:extLst>
            </p:cNvPr>
            <p:cNvSpPr/>
            <p:nvPr/>
          </p:nvSpPr>
          <p:spPr>
            <a:xfrm>
              <a:off x="6096000" y="2106369"/>
              <a:ext cx="1027451" cy="1153966"/>
            </a:xfrm>
            <a:custGeom>
              <a:avLst/>
              <a:gdLst>
                <a:gd name="csX0" fmla="*/ 449640 w 1027451"/>
                <a:gd name="csY0" fmla="*/ 0 h 1153966"/>
                <a:gd name="csX1" fmla="*/ 198283 w 1027451"/>
                <a:gd name="csY1" fmla="*/ 57399 h 1153966"/>
                <a:gd name="csX2" fmla="*/ 772862 w 1027451"/>
                <a:gd name="csY2" fmla="*/ 407848 h 1153966"/>
                <a:gd name="csX3" fmla="*/ 142920 w 1027451"/>
                <a:gd name="csY3" fmla="*/ 315391 h 1153966"/>
                <a:gd name="csX4" fmla="*/ 330765 w 1027451"/>
                <a:gd name="csY4" fmla="*/ 824243 h 1153966"/>
                <a:gd name="csX5" fmla="*/ 6398 w 1027451"/>
                <a:gd name="csY5" fmla="*/ 550235 h 1153966"/>
                <a:gd name="csX6" fmla="*/ 0 w 1027451"/>
                <a:gd name="csY6" fmla="*/ 939444 h 1153966"/>
                <a:gd name="csX7" fmla="*/ 434150 w 1027451"/>
                <a:gd name="csY7" fmla="*/ 1153967 h 1153966"/>
                <a:gd name="csX8" fmla="*/ 896453 w 1027451"/>
                <a:gd name="csY8" fmla="*/ 662543 h 1153966"/>
                <a:gd name="csX9" fmla="*/ 613171 w 1027451"/>
                <a:gd name="csY9" fmla="*/ 1130819 h 1153966"/>
                <a:gd name="csX10" fmla="*/ 1027452 w 1027451"/>
                <a:gd name="csY10" fmla="*/ 577219 h 1153966"/>
                <a:gd name="csX11" fmla="*/ 449708 w 1027451"/>
                <a:gd name="csY11" fmla="*/ 0 h 1153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7451" h="1153966">
                  <a:moveTo>
                    <a:pt x="449640" y="0"/>
                  </a:moveTo>
                  <a:cubicBezTo>
                    <a:pt x="359524" y="0"/>
                    <a:pt x="274256" y="20658"/>
                    <a:pt x="198283" y="57399"/>
                  </a:cubicBezTo>
                  <a:cubicBezTo>
                    <a:pt x="424855" y="128794"/>
                    <a:pt x="624351" y="247831"/>
                    <a:pt x="772862" y="407848"/>
                  </a:cubicBezTo>
                  <a:cubicBezTo>
                    <a:pt x="573568" y="351594"/>
                    <a:pt x="360803" y="320774"/>
                    <a:pt x="142920" y="315391"/>
                  </a:cubicBezTo>
                  <a:cubicBezTo>
                    <a:pt x="254724" y="464305"/>
                    <a:pt x="320729" y="638050"/>
                    <a:pt x="330765" y="824243"/>
                  </a:cubicBezTo>
                  <a:cubicBezTo>
                    <a:pt x="237954" y="722365"/>
                    <a:pt x="128373" y="630917"/>
                    <a:pt x="6398" y="550235"/>
                  </a:cubicBezTo>
                  <a:cubicBezTo>
                    <a:pt x="24852" y="631388"/>
                    <a:pt x="23303" y="781850"/>
                    <a:pt x="0" y="939444"/>
                  </a:cubicBezTo>
                  <a:cubicBezTo>
                    <a:pt x="102913" y="1066758"/>
                    <a:pt x="258766" y="1149324"/>
                    <a:pt x="434150" y="1153967"/>
                  </a:cubicBezTo>
                  <a:cubicBezTo>
                    <a:pt x="687123" y="902704"/>
                    <a:pt x="896453" y="662543"/>
                    <a:pt x="896453" y="662543"/>
                  </a:cubicBezTo>
                  <a:cubicBezTo>
                    <a:pt x="841561" y="801700"/>
                    <a:pt x="735886" y="966495"/>
                    <a:pt x="613171" y="1130819"/>
                  </a:cubicBezTo>
                  <a:cubicBezTo>
                    <a:pt x="852606" y="1060365"/>
                    <a:pt x="1027452" y="839249"/>
                    <a:pt x="1027452" y="577219"/>
                  </a:cubicBezTo>
                  <a:cubicBezTo>
                    <a:pt x="1027452" y="258396"/>
                    <a:pt x="768821" y="0"/>
                    <a:pt x="449708" y="0"/>
                  </a:cubicBezTo>
                </a:path>
              </a:pathLst>
            </a:custGeom>
            <a:solidFill>
              <a:srgbClr val="005187">
                <a:alpha val="10000"/>
              </a:srgbClr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pPr marL="0" algn="l" defTabSz="914400" rtl="0" eaLnBrk="1" latinLnBrk="0" hangingPunct="1"/>
              <a:endParaRPr lang="en-SA" dirty="0"/>
            </a:p>
          </p:txBody>
        </p:sp>
        <p:sp>
          <p:nvSpPr>
            <p:cNvPr id="48" name="Freeform 91">
              <a:extLst>
                <a:ext uri="{FF2B5EF4-FFF2-40B4-BE49-F238E27FC236}">
                  <a16:creationId xmlns:a16="http://schemas.microsoft.com/office/drawing/2014/main" id="{A862C473-4DF0-4EDC-4EDA-23F1DF563D4F}"/>
                </a:ext>
              </a:extLst>
            </p:cNvPr>
            <p:cNvSpPr/>
            <p:nvPr/>
          </p:nvSpPr>
          <p:spPr>
            <a:xfrm>
              <a:off x="5952540" y="1169146"/>
              <a:ext cx="362353" cy="500574"/>
            </a:xfrm>
            <a:custGeom>
              <a:avLst/>
              <a:gdLst>
                <a:gd name="csX0" fmla="*/ 0 w 362353"/>
                <a:gd name="csY0" fmla="*/ 500575 h 500574"/>
                <a:gd name="csX1" fmla="*/ 243746 w 362353"/>
                <a:gd name="csY1" fmla="*/ 0 h 500574"/>
                <a:gd name="csX2" fmla="*/ 362353 w 362353"/>
                <a:gd name="csY2" fmla="*/ 130207 h 500574"/>
                <a:gd name="csX3" fmla="*/ 0 w 362353"/>
                <a:gd name="csY3" fmla="*/ 500575 h 50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353" h="500574">
                  <a:moveTo>
                    <a:pt x="0" y="500575"/>
                  </a:moveTo>
                  <a:cubicBezTo>
                    <a:pt x="63648" y="325888"/>
                    <a:pt x="144537" y="157864"/>
                    <a:pt x="243746" y="0"/>
                  </a:cubicBezTo>
                  <a:cubicBezTo>
                    <a:pt x="278365" y="34587"/>
                    <a:pt x="318507" y="78730"/>
                    <a:pt x="362353" y="130207"/>
                  </a:cubicBezTo>
                  <a:cubicBezTo>
                    <a:pt x="256408" y="262568"/>
                    <a:pt x="135108" y="387190"/>
                    <a:pt x="0" y="500575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  <p:sp>
          <p:nvSpPr>
            <p:cNvPr id="49" name="Freeform 92">
              <a:extLst>
                <a:ext uri="{FF2B5EF4-FFF2-40B4-BE49-F238E27FC236}">
                  <a16:creationId xmlns:a16="http://schemas.microsoft.com/office/drawing/2014/main" id="{6E49204E-2DD5-21F5-1D7E-7D1CC2A9BD1F}"/>
                </a:ext>
              </a:extLst>
            </p:cNvPr>
            <p:cNvSpPr/>
            <p:nvPr/>
          </p:nvSpPr>
          <p:spPr>
            <a:xfrm>
              <a:off x="6131090" y="1359645"/>
              <a:ext cx="528307" cy="509322"/>
            </a:xfrm>
            <a:custGeom>
              <a:avLst/>
              <a:gdLst>
                <a:gd name="csX0" fmla="*/ 528308 w 528307"/>
                <a:gd name="csY0" fmla="*/ 391228 h 509322"/>
                <a:gd name="csX1" fmla="*/ 0 w 528307"/>
                <a:gd name="csY1" fmla="*/ 509323 h 509322"/>
                <a:gd name="csX2" fmla="*/ 234182 w 528307"/>
                <a:gd name="csY2" fmla="*/ 0 h 509322"/>
                <a:gd name="csX3" fmla="*/ 528308 w 528307"/>
                <a:gd name="csY3" fmla="*/ 391160 h 509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8307" h="509322">
                  <a:moveTo>
                    <a:pt x="528308" y="391228"/>
                  </a:moveTo>
                  <a:cubicBezTo>
                    <a:pt x="331775" y="421441"/>
                    <a:pt x="88231" y="485367"/>
                    <a:pt x="0" y="509323"/>
                  </a:cubicBezTo>
                  <a:cubicBezTo>
                    <a:pt x="113421" y="350113"/>
                    <a:pt x="188114" y="175292"/>
                    <a:pt x="234182" y="0"/>
                  </a:cubicBezTo>
                  <a:cubicBezTo>
                    <a:pt x="325377" y="111366"/>
                    <a:pt x="428156" y="247629"/>
                    <a:pt x="528308" y="391160"/>
                  </a:cubicBezTo>
                </a:path>
              </a:pathLst>
            </a:custGeom>
            <a:solidFill>
              <a:srgbClr val="FFFFFF"/>
            </a:solidFill>
            <a:ln w="6735" cap="flat">
              <a:noFill/>
              <a:prstDash val="solid"/>
              <a:miter/>
            </a:ln>
          </p:spPr>
          <p:txBody>
            <a:bodyPr/>
            <a:lstStyle/>
            <a:p>
              <a:endParaRPr lang="en-SA"/>
            </a:p>
          </p:txBody>
        </p:sp>
      </p:grpSp>
    </p:spTree>
  </p:cSld>
  <p:clrMapOvr>
    <a:masterClrMapping/>
  </p:clrMapOvr>
  <p:transition spd="slow" advClick="0" advTm="1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</p:bldLst>
  </p:timing>
</p:sld>
</file>

<file path=ppt/theme/theme1.xml><?xml version="1.0" encoding="utf-8"?>
<a:theme xmlns:a="http://schemas.openxmlformats.org/drawingml/2006/main" name="4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5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6_نسق Office">
  <a:themeElements>
    <a:clrScheme name="HRDF">
      <a:dk1>
        <a:srgbClr val="000000"/>
      </a:dk1>
      <a:lt1>
        <a:srgbClr val="FFFFFF"/>
      </a:lt1>
      <a:dk2>
        <a:srgbClr val="808080"/>
      </a:dk2>
      <a:lt2>
        <a:srgbClr val="E8E8E8"/>
      </a:lt2>
      <a:accent1>
        <a:srgbClr val="094E87"/>
      </a:accent1>
      <a:accent2>
        <a:srgbClr val="356797"/>
      </a:accent2>
      <a:accent3>
        <a:srgbClr val="05A769"/>
      </a:accent3>
      <a:accent4>
        <a:srgbClr val="DE7B2B"/>
      </a:accent4>
      <a:accent5>
        <a:srgbClr val="224E83"/>
      </a:accent5>
      <a:accent6>
        <a:srgbClr val="808080"/>
      </a:accent6>
      <a:hlink>
        <a:srgbClr val="0AB4F3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7ed6fae-7411-4cd7-8043-5bbd8cae5977}" enabled="1" method="Standard" siteId="{0dfb26b7-5cf4-414a-8ae7-f4f5a5e6ac0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20944</TotalTime>
  <Words>3001</Words>
  <Application>Microsoft Office PowerPoint</Application>
  <PresentationFormat>Widescreen</PresentationFormat>
  <Paragraphs>654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Aptos</vt:lpstr>
      <vt:lpstr>Arial</vt:lpstr>
      <vt:lpstr>Calibri</vt:lpstr>
      <vt:lpstr>Hacen Liner Broadcast</vt:lpstr>
      <vt:lpstr>HRDF </vt:lpstr>
      <vt:lpstr>Montserrat Classic</vt:lpstr>
      <vt:lpstr>SST Arabic</vt:lpstr>
      <vt:lpstr>4_نسق Office</vt:lpstr>
      <vt:lpstr>1_نسق Office</vt:lpstr>
      <vt:lpstr>3_نسق Office</vt:lpstr>
      <vt:lpstr>2_نسق Office</vt:lpstr>
      <vt:lpstr>5_نسق Office</vt:lpstr>
      <vt:lpstr>6_نسق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Mariam Alenazi</dc:creator>
  <cp:lastModifiedBy>Khuluod Alusaimi</cp:lastModifiedBy>
  <cp:revision>128</cp:revision>
  <dcterms:created xsi:type="dcterms:W3CDTF">2025-12-23T05:58:56Z</dcterms:created>
  <dcterms:modified xsi:type="dcterms:W3CDTF">2026-02-19T10:16:15Z</dcterms:modified>
</cp:coreProperties>
</file>